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305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687B6B-6878-4FDD-ADE0-B7EB19B42223}" v="14" dt="2025-10-25T16:22:11.9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772"/>
  </p:normalViewPr>
  <p:slideViewPr>
    <p:cSldViewPr snapToGrid="0" snapToObjects="1">
      <p:cViewPr varScale="1">
        <p:scale>
          <a:sx n="78" d="100"/>
          <a:sy n="78" d="100"/>
        </p:scale>
        <p:origin x="898" y="67"/>
      </p:cViewPr>
      <p:guideLst>
        <p:guide orient="horz" pos="2160"/>
        <p:guide pos="3840"/>
      </p:guideLst>
    </p:cSldViewPr>
  </p:slid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v Pathak" userId="b8c23e187b0ba2bf" providerId="LiveId" clId="{48A9102A-F2B8-4F8C-9609-8311B2466CF2}"/>
    <pc:docChg chg="undo custSel modSld">
      <pc:chgData name="Garv Pathak" userId="b8c23e187b0ba2bf" providerId="LiveId" clId="{48A9102A-F2B8-4F8C-9609-8311B2466CF2}" dt="2025-10-25T16:23:49.009" v="90" actId="2711"/>
      <pc:docMkLst>
        <pc:docMk/>
      </pc:docMkLst>
      <pc:sldChg chg="modSp mod">
        <pc:chgData name="Garv Pathak" userId="b8c23e187b0ba2bf" providerId="LiveId" clId="{48A9102A-F2B8-4F8C-9609-8311B2466CF2}" dt="2025-10-25T16:23:49.009" v="90" actId="2711"/>
        <pc:sldMkLst>
          <pc:docMk/>
          <pc:sldMk cId="0" sldId="281"/>
        </pc:sldMkLst>
        <pc:spChg chg="mod">
          <ac:chgData name="Garv Pathak" userId="b8c23e187b0ba2bf" providerId="LiveId" clId="{48A9102A-F2B8-4F8C-9609-8311B2466CF2}" dt="2025-10-25T16:23:49.009" v="90" actId="2711"/>
          <ac:spMkLst>
            <pc:docMk/>
            <pc:sldMk cId="0" sldId="281"/>
            <ac:spMk id="15362" creationId="{00000000-0000-0000-0000-000000000000}"/>
          </ac:spMkLst>
        </pc:spChg>
        <pc:picChg chg="mod">
          <ac:chgData name="Garv Pathak" userId="b8c23e187b0ba2bf" providerId="LiveId" clId="{48A9102A-F2B8-4F8C-9609-8311B2466CF2}" dt="2025-10-25T16:01:25.078" v="30" actId="1076"/>
          <ac:picMkLst>
            <pc:docMk/>
            <pc:sldMk cId="0" sldId="281"/>
            <ac:picMk id="4" creationId="{FE26CF44-6560-9B46-BCF6-8C42ED3993A2}"/>
          </ac:picMkLst>
        </pc:picChg>
      </pc:sldChg>
      <pc:sldChg chg="modSp mod">
        <pc:chgData name="Garv Pathak" userId="b8c23e187b0ba2bf" providerId="LiveId" clId="{48A9102A-F2B8-4F8C-9609-8311B2466CF2}" dt="2025-10-25T15:59:47.947" v="25" actId="1076"/>
        <pc:sldMkLst>
          <pc:docMk/>
          <pc:sldMk cId="0" sldId="290"/>
        </pc:sldMkLst>
        <pc:spChg chg="mod">
          <ac:chgData name="Garv Pathak" userId="b8c23e187b0ba2bf" providerId="LiveId" clId="{48A9102A-F2B8-4F8C-9609-8311B2466CF2}" dt="2025-10-25T15:57:56.784" v="18" actId="255"/>
          <ac:spMkLst>
            <pc:docMk/>
            <pc:sldMk cId="0" sldId="290"/>
            <ac:spMk id="59" creationId="{149F2D73-73AA-904E-A64C-C5A2076EB3DC}"/>
          </ac:spMkLst>
        </pc:spChg>
        <pc:cxnChg chg="mod">
          <ac:chgData name="Garv Pathak" userId="b8c23e187b0ba2bf" providerId="LiveId" clId="{48A9102A-F2B8-4F8C-9609-8311B2466CF2}" dt="2025-10-25T15:59:47.947" v="25" actId="1076"/>
          <ac:cxnSpMkLst>
            <pc:docMk/>
            <pc:sldMk cId="0" sldId="290"/>
            <ac:cxnSpMk id="17417" creationId="{5F4DC260-9F01-6146-9561-B9CD78CFE50D}"/>
          </ac:cxnSpMkLst>
        </pc:cxnChg>
      </pc:sldChg>
      <pc:sldChg chg="addSp delSp modSp mod">
        <pc:chgData name="Garv Pathak" userId="b8c23e187b0ba2bf" providerId="LiveId" clId="{48A9102A-F2B8-4F8C-9609-8311B2466CF2}" dt="2025-10-25T16:01:11.225" v="28" actId="1076"/>
        <pc:sldMkLst>
          <pc:docMk/>
          <pc:sldMk cId="3753387913" sldId="293"/>
        </pc:sldMkLst>
        <pc:spChg chg="mod">
          <ac:chgData name="Garv Pathak" userId="b8c23e187b0ba2bf" providerId="LiveId" clId="{48A9102A-F2B8-4F8C-9609-8311B2466CF2}" dt="2025-10-25T16:01:07.235" v="27" actId="1076"/>
          <ac:spMkLst>
            <pc:docMk/>
            <pc:sldMk cId="3753387913" sldId="293"/>
            <ac:spMk id="2" creationId="{BAD39CE8-894D-424D-AD29-FA3F7E7D0083}"/>
          </ac:spMkLst>
        </pc:spChg>
        <pc:spChg chg="add del">
          <ac:chgData name="Garv Pathak" userId="b8c23e187b0ba2bf" providerId="LiveId" clId="{48A9102A-F2B8-4F8C-9609-8311B2466CF2}" dt="2025-10-25T15:58:56.922" v="22" actId="11529"/>
          <ac:spMkLst>
            <pc:docMk/>
            <pc:sldMk cId="3753387913" sldId="293"/>
            <ac:spMk id="5" creationId="{0B6917E4-68A7-C184-EEF3-50D061664D96}"/>
          </ac:spMkLst>
        </pc:spChg>
        <pc:spChg chg="mod">
          <ac:chgData name="Garv Pathak" userId="b8c23e187b0ba2bf" providerId="LiveId" clId="{48A9102A-F2B8-4F8C-9609-8311B2466CF2}" dt="2025-10-25T15:59:23.858" v="23" actId="14838"/>
          <ac:spMkLst>
            <pc:docMk/>
            <pc:sldMk cId="3753387913" sldId="293"/>
            <ac:spMk id="17410" creationId="{00000000-0000-0000-0000-000000000000}"/>
          </ac:spMkLst>
        </pc:spChg>
        <pc:graphicFrameChg chg="add del modGraphic">
          <ac:chgData name="Garv Pathak" userId="b8c23e187b0ba2bf" providerId="LiveId" clId="{48A9102A-F2B8-4F8C-9609-8311B2466CF2}" dt="2025-10-25T15:58:33.396" v="20" actId="1032"/>
          <ac:graphicFrameMkLst>
            <pc:docMk/>
            <pc:sldMk cId="3753387913" sldId="293"/>
            <ac:graphicFrameMk id="3" creationId="{7500BB30-CD74-01F2-6BFD-3B4CB4B17238}"/>
          </ac:graphicFrameMkLst>
        </pc:graphicFrameChg>
        <pc:picChg chg="mod">
          <ac:chgData name="Garv Pathak" userId="b8c23e187b0ba2bf" providerId="LiveId" clId="{48A9102A-F2B8-4F8C-9609-8311B2466CF2}" dt="2025-10-25T16:01:11.225" v="28" actId="1076"/>
          <ac:picMkLst>
            <pc:docMk/>
            <pc:sldMk cId="3753387913" sldId="293"/>
            <ac:picMk id="8" creationId="{818D8B84-0F7F-5D4E-B415-B6B2EC64B739}"/>
          </ac:picMkLst>
        </pc:picChg>
      </pc:sldChg>
      <pc:sldChg chg="addSp delSp modSp mod">
        <pc:chgData name="Garv Pathak" userId="b8c23e187b0ba2bf" providerId="LiveId" clId="{48A9102A-F2B8-4F8C-9609-8311B2466CF2}" dt="2025-10-25T16:22:05.881" v="87" actId="3626"/>
        <pc:sldMkLst>
          <pc:docMk/>
          <pc:sldMk cId="3916788613" sldId="296"/>
        </pc:sldMkLst>
        <pc:spChg chg="add mod">
          <ac:chgData name="Garv Pathak" userId="b8c23e187b0ba2bf" providerId="LiveId" clId="{48A9102A-F2B8-4F8C-9609-8311B2466CF2}" dt="2025-10-25T16:15:59.672" v="71" actId="115"/>
          <ac:spMkLst>
            <pc:docMk/>
            <pc:sldMk cId="3916788613" sldId="296"/>
            <ac:spMk id="4" creationId="{CD7B4B40-6BDB-96ED-0C67-7B9B5322A39C}"/>
          </ac:spMkLst>
        </pc:spChg>
        <pc:spChg chg="add mod">
          <ac:chgData name="Garv Pathak" userId="b8c23e187b0ba2bf" providerId="LiveId" clId="{48A9102A-F2B8-4F8C-9609-8311B2466CF2}" dt="2025-10-25T16:15:53.184" v="70" actId="113"/>
          <ac:spMkLst>
            <pc:docMk/>
            <pc:sldMk cId="3916788613" sldId="296"/>
            <ac:spMk id="12" creationId="{360B4137-B05C-3C9D-F2A2-2599CAC93E4F}"/>
          </ac:spMkLst>
        </pc:spChg>
        <pc:spChg chg="add mod">
          <ac:chgData name="Garv Pathak" userId="b8c23e187b0ba2bf" providerId="LiveId" clId="{48A9102A-F2B8-4F8C-9609-8311B2466CF2}" dt="2025-10-25T16:22:05.881" v="87" actId="3626"/>
          <ac:spMkLst>
            <pc:docMk/>
            <pc:sldMk cId="3916788613" sldId="296"/>
            <ac:spMk id="13" creationId="{D44FFEA4-3D9E-0154-A873-5C9BA33BC3E9}"/>
          </ac:spMkLst>
        </pc:spChg>
        <pc:spChg chg="del">
          <ac:chgData name="Garv Pathak" userId="b8c23e187b0ba2bf" providerId="LiveId" clId="{48A9102A-F2B8-4F8C-9609-8311B2466CF2}" dt="2025-10-25T16:10:13.470" v="31" actId="21"/>
          <ac:spMkLst>
            <pc:docMk/>
            <pc:sldMk cId="3916788613" sldId="296"/>
            <ac:spMk id="17410" creationId="{00000000-0000-0000-0000-000000000000}"/>
          </ac:spMkLst>
        </pc:spChg>
        <pc:picChg chg="add mod">
          <ac:chgData name="Garv Pathak" userId="b8c23e187b0ba2bf" providerId="LiveId" clId="{48A9102A-F2B8-4F8C-9609-8311B2466CF2}" dt="2025-10-25T16:14:00.861" v="65" actId="1076"/>
          <ac:picMkLst>
            <pc:docMk/>
            <pc:sldMk cId="3916788613" sldId="296"/>
            <ac:picMk id="3" creationId="{482E03D5-29A4-60EB-CD88-FEA472E44023}"/>
          </ac:picMkLst>
        </pc:picChg>
        <pc:cxnChg chg="add">
          <ac:chgData name="Garv Pathak" userId="b8c23e187b0ba2bf" providerId="LiveId" clId="{48A9102A-F2B8-4F8C-9609-8311B2466CF2}" dt="2025-10-25T16:14:16.401" v="66" actId="11529"/>
          <ac:cxnSpMkLst>
            <pc:docMk/>
            <pc:sldMk cId="3916788613" sldId="296"/>
            <ac:cxnSpMk id="8" creationId="{030A90F6-52E7-E954-78B7-7CDF6A9BB3EE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1930F0-25EA-E04A-B943-A1B5AE9A22C0}" type="doc">
      <dgm:prSet loTypeId="urn:microsoft.com/office/officeart/2005/8/layout/hierarchy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3DF3EBD3-E412-FB44-A1EF-53E16F04C7CC}">
      <dgm:prSet phldrT="[Text]"/>
      <dgm:spPr/>
      <dgm:t>
        <a:bodyPr/>
        <a:lstStyle/>
        <a:p>
          <a:r>
            <a:rPr lang="en-GB" dirty="0">
              <a:latin typeface="Arial" panose="020B0604020202020204" pitchFamily="34" charset="0"/>
              <a:cs typeface="Arial" panose="020B0604020202020204" pitchFamily="34" charset="0"/>
            </a:rPr>
            <a:t>MCU</a:t>
          </a:r>
        </a:p>
        <a:p>
          <a:r>
            <a:rPr lang="en-GB" dirty="0">
              <a:latin typeface="Arial" panose="020B0604020202020204" pitchFamily="34" charset="0"/>
              <a:cs typeface="Arial" panose="020B0604020202020204" pitchFamily="34" charset="0"/>
            </a:rPr>
            <a:t>(Microcontroller)</a:t>
          </a:r>
        </a:p>
      </dgm:t>
    </dgm:pt>
    <dgm:pt modelId="{CB1FD316-8DE3-AD4E-8CDC-5EB29300DC40}" type="parTrans" cxnId="{2A07058F-109C-3F4F-AADD-2020D7103334}">
      <dgm:prSet/>
      <dgm:spPr/>
      <dgm:t>
        <a:bodyPr/>
        <a:lstStyle/>
        <a:p>
          <a:endParaRPr lang="en-GB"/>
        </a:p>
      </dgm:t>
    </dgm:pt>
    <dgm:pt modelId="{D66FDA67-877A-154C-89E3-83D079B5AD5E}" type="sibTrans" cxnId="{2A07058F-109C-3F4F-AADD-2020D7103334}">
      <dgm:prSet/>
      <dgm:spPr/>
      <dgm:t>
        <a:bodyPr/>
        <a:lstStyle/>
        <a:p>
          <a:endParaRPr lang="en-GB"/>
        </a:p>
      </dgm:t>
    </dgm:pt>
    <dgm:pt modelId="{B716F8CF-E478-A34F-AC74-1F0C58F48D6C}">
      <dgm:prSet phldrT="[Text]"/>
      <dgm:spPr/>
      <dgm:t>
        <a:bodyPr/>
        <a:lstStyle/>
        <a:p>
          <a:r>
            <a:rPr lang="en-GB" dirty="0"/>
            <a:t>Power unit signal detection</a:t>
          </a:r>
        </a:p>
      </dgm:t>
    </dgm:pt>
    <dgm:pt modelId="{DA2BBC97-7192-3C4B-A693-AC474B435638}" type="parTrans" cxnId="{2A6ACACF-2835-DE49-909A-F552AC6CC972}">
      <dgm:prSet/>
      <dgm:spPr/>
      <dgm:t>
        <a:bodyPr/>
        <a:lstStyle/>
        <a:p>
          <a:endParaRPr lang="en-GB"/>
        </a:p>
      </dgm:t>
    </dgm:pt>
    <dgm:pt modelId="{3970369E-0869-DC4C-8826-2ECED65AD051}" type="sibTrans" cxnId="{2A6ACACF-2835-DE49-909A-F552AC6CC972}">
      <dgm:prSet/>
      <dgm:spPr/>
      <dgm:t>
        <a:bodyPr/>
        <a:lstStyle/>
        <a:p>
          <a:endParaRPr lang="en-GB"/>
        </a:p>
      </dgm:t>
    </dgm:pt>
    <dgm:pt modelId="{B64BCBD6-4DBA-D548-95FD-F42FE3591B45}">
      <dgm:prSet phldrT="[Text]"/>
      <dgm:spPr/>
      <dgm:t>
        <a:bodyPr/>
        <a:lstStyle/>
        <a:p>
          <a:r>
            <a:rPr lang="en-GB" dirty="0"/>
            <a:t>Diesel as power</a:t>
          </a:r>
        </a:p>
      </dgm:t>
    </dgm:pt>
    <dgm:pt modelId="{E4C2AC8E-01D8-FE42-B2AB-3F4206EFD177}" type="parTrans" cxnId="{6D87B437-5D61-0543-8A1A-5E2D164F7A9C}">
      <dgm:prSet/>
      <dgm:spPr/>
      <dgm:t>
        <a:bodyPr/>
        <a:lstStyle/>
        <a:p>
          <a:endParaRPr lang="en-GB"/>
        </a:p>
      </dgm:t>
    </dgm:pt>
    <dgm:pt modelId="{C9974282-6706-BA48-AECD-65DEB585E49C}" type="sibTrans" cxnId="{6D87B437-5D61-0543-8A1A-5E2D164F7A9C}">
      <dgm:prSet/>
      <dgm:spPr/>
      <dgm:t>
        <a:bodyPr/>
        <a:lstStyle/>
        <a:p>
          <a:endParaRPr lang="en-GB"/>
        </a:p>
      </dgm:t>
    </dgm:pt>
    <dgm:pt modelId="{F49186A7-7773-6545-8B23-759B6A81A1CC}">
      <dgm:prSet phldrT="[Text]"/>
      <dgm:spPr/>
      <dgm:t>
        <a:bodyPr/>
        <a:lstStyle/>
        <a:p>
          <a:r>
            <a:rPr lang="en-GB" dirty="0"/>
            <a:t>Electric energy as power</a:t>
          </a:r>
        </a:p>
      </dgm:t>
    </dgm:pt>
    <dgm:pt modelId="{CAADBA14-D90D-8E4D-9B65-F91419E9F7F8}" type="parTrans" cxnId="{BADDB82E-1A9B-BF48-91C7-4E39A51E6828}">
      <dgm:prSet/>
      <dgm:spPr/>
      <dgm:t>
        <a:bodyPr/>
        <a:lstStyle/>
        <a:p>
          <a:endParaRPr lang="en-GB"/>
        </a:p>
      </dgm:t>
    </dgm:pt>
    <dgm:pt modelId="{14397261-1288-594C-97FE-A93006CE97A0}" type="sibTrans" cxnId="{BADDB82E-1A9B-BF48-91C7-4E39A51E6828}">
      <dgm:prSet/>
      <dgm:spPr/>
      <dgm:t>
        <a:bodyPr/>
        <a:lstStyle/>
        <a:p>
          <a:endParaRPr lang="en-GB"/>
        </a:p>
      </dgm:t>
    </dgm:pt>
    <dgm:pt modelId="{78D24868-4AB0-2949-A168-A62A5753C73B}">
      <dgm:prSet phldrT="[Text]"/>
      <dgm:spPr/>
      <dgm:t>
        <a:bodyPr/>
        <a:lstStyle/>
        <a:p>
          <a:r>
            <a:rPr lang="en-GB" dirty="0"/>
            <a:t>Motor driver </a:t>
          </a:r>
        </a:p>
      </dgm:t>
    </dgm:pt>
    <dgm:pt modelId="{7AE4076E-F8A7-F845-B5D8-9DF3653E4265}" type="sibTrans" cxnId="{D64D0465-A50E-EF4E-94E3-3F864AD68747}">
      <dgm:prSet/>
      <dgm:spPr/>
      <dgm:t>
        <a:bodyPr/>
        <a:lstStyle/>
        <a:p>
          <a:endParaRPr lang="en-GB"/>
        </a:p>
      </dgm:t>
    </dgm:pt>
    <dgm:pt modelId="{52538BF3-AB84-E142-B0FD-0D886631117F}" type="parTrans" cxnId="{D64D0465-A50E-EF4E-94E3-3F864AD68747}">
      <dgm:prSet/>
      <dgm:spPr/>
      <dgm:t>
        <a:bodyPr/>
        <a:lstStyle/>
        <a:p>
          <a:endParaRPr lang="en-GB"/>
        </a:p>
      </dgm:t>
    </dgm:pt>
    <dgm:pt modelId="{C0A5A7BB-9623-2F45-B210-22CD990FFF4E}">
      <dgm:prSet phldrT="[Text]"/>
      <dgm:spPr/>
      <dgm:t>
        <a:bodyPr/>
        <a:lstStyle/>
        <a:p>
          <a:r>
            <a:rPr lang="en-GB" dirty="0"/>
            <a:t>Conveyor Belts</a:t>
          </a:r>
        </a:p>
      </dgm:t>
    </dgm:pt>
    <dgm:pt modelId="{836E8D52-11A4-E040-AC57-FEBE990DDA74}" type="sibTrans" cxnId="{9DE15FCD-387B-3342-879E-3B0AA73158AF}">
      <dgm:prSet/>
      <dgm:spPr/>
      <dgm:t>
        <a:bodyPr/>
        <a:lstStyle/>
        <a:p>
          <a:endParaRPr lang="en-GB"/>
        </a:p>
      </dgm:t>
    </dgm:pt>
    <dgm:pt modelId="{4C3DA33F-5AFB-6A4D-A291-BAB43CA898BC}" type="parTrans" cxnId="{9DE15FCD-387B-3342-879E-3B0AA73158AF}">
      <dgm:prSet/>
      <dgm:spPr/>
      <dgm:t>
        <a:bodyPr/>
        <a:lstStyle/>
        <a:p>
          <a:endParaRPr lang="en-GB"/>
        </a:p>
      </dgm:t>
    </dgm:pt>
    <dgm:pt modelId="{3774DC16-D9B9-754D-BA36-DA10B6CC5AB0}">
      <dgm:prSet/>
      <dgm:spPr/>
      <dgm:t>
        <a:bodyPr/>
        <a:lstStyle/>
        <a:p>
          <a:r>
            <a:rPr lang="en-GB" dirty="0"/>
            <a:t>Control of Engine in the Ribbon Machine Core</a:t>
          </a:r>
        </a:p>
      </dgm:t>
    </dgm:pt>
    <dgm:pt modelId="{79B0958C-F720-DD4D-807B-06979762C578}" type="parTrans" cxnId="{A9BC018D-BA00-C347-A157-586F0520183D}">
      <dgm:prSet/>
      <dgm:spPr/>
      <dgm:t>
        <a:bodyPr/>
        <a:lstStyle/>
        <a:p>
          <a:endParaRPr lang="en-GB"/>
        </a:p>
      </dgm:t>
    </dgm:pt>
    <dgm:pt modelId="{1D4B892B-36D5-2D46-A62D-536932414AB1}" type="sibTrans" cxnId="{A9BC018D-BA00-C347-A157-586F0520183D}">
      <dgm:prSet/>
      <dgm:spPr/>
      <dgm:t>
        <a:bodyPr/>
        <a:lstStyle/>
        <a:p>
          <a:endParaRPr lang="en-GB"/>
        </a:p>
      </dgm:t>
    </dgm:pt>
    <dgm:pt modelId="{145FD15D-DB75-E140-8A72-4339FC75066B}">
      <dgm:prSet/>
      <dgm:spPr/>
      <dgm:t>
        <a:bodyPr/>
        <a:lstStyle/>
        <a:p>
          <a:r>
            <a:rPr lang="en-GB" dirty="0"/>
            <a:t>Signals for the chemical sprayer</a:t>
          </a:r>
        </a:p>
      </dgm:t>
    </dgm:pt>
    <dgm:pt modelId="{CAF4822A-2228-A947-A7D5-2D572322942A}" type="parTrans" cxnId="{EDC0BD77-5742-1743-9C69-4A036E48698F}">
      <dgm:prSet/>
      <dgm:spPr/>
      <dgm:t>
        <a:bodyPr/>
        <a:lstStyle/>
        <a:p>
          <a:endParaRPr lang="en-GB"/>
        </a:p>
      </dgm:t>
    </dgm:pt>
    <dgm:pt modelId="{2BE4603C-F7FC-D745-B69C-830EBDDB6DD2}" type="sibTrans" cxnId="{EDC0BD77-5742-1743-9C69-4A036E48698F}">
      <dgm:prSet/>
      <dgm:spPr/>
      <dgm:t>
        <a:bodyPr/>
        <a:lstStyle/>
        <a:p>
          <a:endParaRPr lang="en-GB"/>
        </a:p>
      </dgm:t>
    </dgm:pt>
    <dgm:pt modelId="{58C1AF88-0A52-3D4A-B762-17D3E8F1BA0D}">
      <dgm:prSet/>
      <dgm:spPr/>
      <dgm:t>
        <a:bodyPr/>
        <a:lstStyle/>
        <a:p>
          <a:r>
            <a:rPr lang="en-GB" dirty="0"/>
            <a:t>Input Buttons for operation</a:t>
          </a:r>
        </a:p>
      </dgm:t>
    </dgm:pt>
    <dgm:pt modelId="{962051D7-3108-924E-AA26-57E0CDBCE8C7}" type="parTrans" cxnId="{C5842319-485E-F64D-95CF-09DDC7F5F372}">
      <dgm:prSet/>
      <dgm:spPr/>
      <dgm:t>
        <a:bodyPr/>
        <a:lstStyle/>
        <a:p>
          <a:endParaRPr lang="en-GB"/>
        </a:p>
      </dgm:t>
    </dgm:pt>
    <dgm:pt modelId="{815BA0C9-7E53-C14D-B6DD-BD78A218D9FA}" type="sibTrans" cxnId="{C5842319-485E-F64D-95CF-09DDC7F5F372}">
      <dgm:prSet/>
      <dgm:spPr/>
      <dgm:t>
        <a:bodyPr/>
        <a:lstStyle/>
        <a:p>
          <a:endParaRPr lang="en-GB"/>
        </a:p>
      </dgm:t>
    </dgm:pt>
    <dgm:pt modelId="{088A1255-886B-8E45-8D6E-5C484A574920}">
      <dgm:prSet/>
      <dgm:spPr/>
      <dgm:t>
        <a:bodyPr/>
        <a:lstStyle/>
        <a:p>
          <a:r>
            <a:rPr lang="en-GB" dirty="0"/>
            <a:t>Signals need to be taken from sensors to indicate operation for user at different stages to get rid of over loading and over damping.</a:t>
          </a:r>
        </a:p>
      </dgm:t>
    </dgm:pt>
    <dgm:pt modelId="{81F7C2C4-1E05-7049-A1A4-A6A50420E81E}" type="parTrans" cxnId="{A395555C-5C8F-3B40-9530-1BC2CA945514}">
      <dgm:prSet/>
      <dgm:spPr/>
      <dgm:t>
        <a:bodyPr/>
        <a:lstStyle/>
        <a:p>
          <a:endParaRPr lang="en-GB"/>
        </a:p>
      </dgm:t>
    </dgm:pt>
    <dgm:pt modelId="{2BE8DC4D-0BF1-524C-8890-14C3CE73FF6C}" type="sibTrans" cxnId="{A395555C-5C8F-3B40-9530-1BC2CA945514}">
      <dgm:prSet/>
      <dgm:spPr/>
      <dgm:t>
        <a:bodyPr/>
        <a:lstStyle/>
        <a:p>
          <a:endParaRPr lang="en-GB"/>
        </a:p>
      </dgm:t>
    </dgm:pt>
    <dgm:pt modelId="{D3227F1C-672F-5744-87F6-0C2B20D5581D}" type="pres">
      <dgm:prSet presAssocID="{E91930F0-25EA-E04A-B943-A1B5AE9A22C0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7689643-669F-3745-AD7D-42EABA61431C}" type="pres">
      <dgm:prSet presAssocID="{3DF3EBD3-E412-FB44-A1EF-53E16F04C7CC}" presName="root1" presStyleCnt="0"/>
      <dgm:spPr/>
    </dgm:pt>
    <dgm:pt modelId="{D3474209-9C1C-8A45-A27C-5682A053DAEB}" type="pres">
      <dgm:prSet presAssocID="{3DF3EBD3-E412-FB44-A1EF-53E16F04C7CC}" presName="LevelOneTextNode" presStyleLbl="node0" presStyleIdx="0" presStyleCnt="3" custScaleX="236126" custScaleY="207163" custLinFactNeighborX="1393" custLinFactNeighborY="-30965">
        <dgm:presLayoutVars>
          <dgm:chPref val="3"/>
        </dgm:presLayoutVars>
      </dgm:prSet>
      <dgm:spPr/>
    </dgm:pt>
    <dgm:pt modelId="{596C7EB4-02DA-3C42-B0D4-694F20A9D88A}" type="pres">
      <dgm:prSet presAssocID="{3DF3EBD3-E412-FB44-A1EF-53E16F04C7CC}" presName="level2hierChild" presStyleCnt="0"/>
      <dgm:spPr/>
    </dgm:pt>
    <dgm:pt modelId="{EEEE439D-AB92-9144-91AB-55689D8E5BA5}" type="pres">
      <dgm:prSet presAssocID="{DA2BBC97-7192-3C4B-A693-AC474B435638}" presName="conn2-1" presStyleLbl="parChTrans1D2" presStyleIdx="0" presStyleCnt="3"/>
      <dgm:spPr/>
    </dgm:pt>
    <dgm:pt modelId="{EE5FA502-F86C-3B4C-8AD1-003F41B53F48}" type="pres">
      <dgm:prSet presAssocID="{DA2BBC97-7192-3C4B-A693-AC474B435638}" presName="connTx" presStyleLbl="parChTrans1D2" presStyleIdx="0" presStyleCnt="3"/>
      <dgm:spPr/>
    </dgm:pt>
    <dgm:pt modelId="{A4F587E4-F5EF-4144-86F6-A41F8CC72EFD}" type="pres">
      <dgm:prSet presAssocID="{B716F8CF-E478-A34F-AC74-1F0C58F48D6C}" presName="root2" presStyleCnt="0"/>
      <dgm:spPr/>
    </dgm:pt>
    <dgm:pt modelId="{9514BF53-7FEB-F24C-9EF7-1995A4D6A83C}" type="pres">
      <dgm:prSet presAssocID="{B716F8CF-E478-A34F-AC74-1F0C58F48D6C}" presName="LevelTwoTextNode" presStyleLbl="node2" presStyleIdx="0" presStyleCnt="3" custLinFactNeighborX="5120" custLinFactNeighborY="-67891">
        <dgm:presLayoutVars>
          <dgm:chPref val="3"/>
        </dgm:presLayoutVars>
      </dgm:prSet>
      <dgm:spPr/>
    </dgm:pt>
    <dgm:pt modelId="{EB5EA0B0-6FD4-0845-9AAE-C9330BC583CB}" type="pres">
      <dgm:prSet presAssocID="{B716F8CF-E478-A34F-AC74-1F0C58F48D6C}" presName="level3hierChild" presStyleCnt="0"/>
      <dgm:spPr/>
    </dgm:pt>
    <dgm:pt modelId="{DBB9945D-E1DF-9146-A3CC-AA54BF2523A4}" type="pres">
      <dgm:prSet presAssocID="{E4C2AC8E-01D8-FE42-B2AB-3F4206EFD177}" presName="conn2-1" presStyleLbl="parChTrans1D3" presStyleIdx="0" presStyleCnt="4"/>
      <dgm:spPr/>
    </dgm:pt>
    <dgm:pt modelId="{E86EB8FE-EC66-0F44-B20F-34642A084E9B}" type="pres">
      <dgm:prSet presAssocID="{E4C2AC8E-01D8-FE42-B2AB-3F4206EFD177}" presName="connTx" presStyleLbl="parChTrans1D3" presStyleIdx="0" presStyleCnt="4"/>
      <dgm:spPr/>
    </dgm:pt>
    <dgm:pt modelId="{8D3AB04D-749D-A040-B1A0-202B9BC0FB96}" type="pres">
      <dgm:prSet presAssocID="{B64BCBD6-4DBA-D548-95FD-F42FE3591B45}" presName="root2" presStyleCnt="0"/>
      <dgm:spPr/>
    </dgm:pt>
    <dgm:pt modelId="{77A91F30-8202-A446-A9FF-D87506309F64}" type="pres">
      <dgm:prSet presAssocID="{B64BCBD6-4DBA-D548-95FD-F42FE3591B45}" presName="LevelTwoTextNode" presStyleLbl="node3" presStyleIdx="0" presStyleCnt="4" custLinFactNeighborX="820" custLinFactNeighborY="-78359">
        <dgm:presLayoutVars>
          <dgm:chPref val="3"/>
        </dgm:presLayoutVars>
      </dgm:prSet>
      <dgm:spPr/>
    </dgm:pt>
    <dgm:pt modelId="{114E59E4-6050-1144-A896-E3B3F4EE99BD}" type="pres">
      <dgm:prSet presAssocID="{B64BCBD6-4DBA-D548-95FD-F42FE3591B45}" presName="level3hierChild" presStyleCnt="0"/>
      <dgm:spPr/>
    </dgm:pt>
    <dgm:pt modelId="{CC8BF477-90D6-874A-81A7-E2AC124F94D8}" type="pres">
      <dgm:prSet presAssocID="{CAADBA14-D90D-8E4D-9B65-F91419E9F7F8}" presName="conn2-1" presStyleLbl="parChTrans1D3" presStyleIdx="1" presStyleCnt="4"/>
      <dgm:spPr/>
    </dgm:pt>
    <dgm:pt modelId="{566D7B63-7A0D-784F-AA07-A8CD4DCF99B3}" type="pres">
      <dgm:prSet presAssocID="{CAADBA14-D90D-8E4D-9B65-F91419E9F7F8}" presName="connTx" presStyleLbl="parChTrans1D3" presStyleIdx="1" presStyleCnt="4"/>
      <dgm:spPr/>
    </dgm:pt>
    <dgm:pt modelId="{151FBDFB-BEB2-6F49-B8DB-50B640E4D0D0}" type="pres">
      <dgm:prSet presAssocID="{F49186A7-7773-6545-8B23-759B6A81A1CC}" presName="root2" presStyleCnt="0"/>
      <dgm:spPr/>
    </dgm:pt>
    <dgm:pt modelId="{DC301E1C-B2BC-3647-ADE6-5170B2D453FC}" type="pres">
      <dgm:prSet presAssocID="{F49186A7-7773-6545-8B23-759B6A81A1CC}" presName="LevelTwoTextNode" presStyleLbl="node3" presStyleIdx="1" presStyleCnt="4" custLinFactNeighborX="-10992" custLinFactNeighborY="5175">
        <dgm:presLayoutVars>
          <dgm:chPref val="3"/>
        </dgm:presLayoutVars>
      </dgm:prSet>
      <dgm:spPr/>
    </dgm:pt>
    <dgm:pt modelId="{1451B698-74E7-5E46-A6D7-20E12BB4DE04}" type="pres">
      <dgm:prSet presAssocID="{F49186A7-7773-6545-8B23-759B6A81A1CC}" presName="level3hierChild" presStyleCnt="0"/>
      <dgm:spPr/>
    </dgm:pt>
    <dgm:pt modelId="{6465BB4F-F43E-FE43-850B-D23D7A2D7EC0}" type="pres">
      <dgm:prSet presAssocID="{52538BF3-AB84-E142-B0FD-0D886631117F}" presName="conn2-1" presStyleLbl="parChTrans1D2" presStyleIdx="1" presStyleCnt="3"/>
      <dgm:spPr/>
    </dgm:pt>
    <dgm:pt modelId="{4F5DEFFE-2F8E-D74A-A65D-B15F1311DB1E}" type="pres">
      <dgm:prSet presAssocID="{52538BF3-AB84-E142-B0FD-0D886631117F}" presName="connTx" presStyleLbl="parChTrans1D2" presStyleIdx="1" presStyleCnt="3"/>
      <dgm:spPr/>
    </dgm:pt>
    <dgm:pt modelId="{2567D6AE-D8E5-DB44-9AAD-AD9714BA9D3D}" type="pres">
      <dgm:prSet presAssocID="{78D24868-4AB0-2949-A168-A62A5753C73B}" presName="root2" presStyleCnt="0"/>
      <dgm:spPr/>
    </dgm:pt>
    <dgm:pt modelId="{E2453990-FC06-E24F-BC23-5111512907C6}" type="pres">
      <dgm:prSet presAssocID="{78D24868-4AB0-2949-A168-A62A5753C73B}" presName="LevelTwoTextNode" presStyleLbl="node2" presStyleIdx="1" presStyleCnt="3">
        <dgm:presLayoutVars>
          <dgm:chPref val="3"/>
        </dgm:presLayoutVars>
      </dgm:prSet>
      <dgm:spPr/>
    </dgm:pt>
    <dgm:pt modelId="{7B63C547-5B25-FF42-845C-9FBB3ABFA8E1}" type="pres">
      <dgm:prSet presAssocID="{78D24868-4AB0-2949-A168-A62A5753C73B}" presName="level3hierChild" presStyleCnt="0"/>
      <dgm:spPr/>
    </dgm:pt>
    <dgm:pt modelId="{387BAC9F-81E7-6340-A84E-06362D6D1FF2}" type="pres">
      <dgm:prSet presAssocID="{4C3DA33F-5AFB-6A4D-A291-BAB43CA898BC}" presName="conn2-1" presStyleLbl="parChTrans1D3" presStyleIdx="2" presStyleCnt="4"/>
      <dgm:spPr/>
    </dgm:pt>
    <dgm:pt modelId="{95F688A4-1BC7-594A-9A29-AFC14EBDC3B6}" type="pres">
      <dgm:prSet presAssocID="{4C3DA33F-5AFB-6A4D-A291-BAB43CA898BC}" presName="connTx" presStyleLbl="parChTrans1D3" presStyleIdx="2" presStyleCnt="4"/>
      <dgm:spPr/>
    </dgm:pt>
    <dgm:pt modelId="{AB593D8F-2AB3-C741-AB55-4FBE0F1CECEE}" type="pres">
      <dgm:prSet presAssocID="{C0A5A7BB-9623-2F45-B210-22CD990FFF4E}" presName="root2" presStyleCnt="0"/>
      <dgm:spPr/>
    </dgm:pt>
    <dgm:pt modelId="{07C76A5F-E22F-7949-B1A0-E9D8863CCF6C}" type="pres">
      <dgm:prSet presAssocID="{C0A5A7BB-9623-2F45-B210-22CD990FFF4E}" presName="LevelTwoTextNode" presStyleLbl="node3" presStyleIdx="2" presStyleCnt="4">
        <dgm:presLayoutVars>
          <dgm:chPref val="3"/>
        </dgm:presLayoutVars>
      </dgm:prSet>
      <dgm:spPr/>
    </dgm:pt>
    <dgm:pt modelId="{6669DC4E-FD53-2648-A4BF-A062326F01F5}" type="pres">
      <dgm:prSet presAssocID="{C0A5A7BB-9623-2F45-B210-22CD990FFF4E}" presName="level3hierChild" presStyleCnt="0"/>
      <dgm:spPr/>
    </dgm:pt>
    <dgm:pt modelId="{5B881762-46D1-8640-8077-2E9D10B46E23}" type="pres">
      <dgm:prSet presAssocID="{79B0958C-F720-DD4D-807B-06979762C578}" presName="conn2-1" presStyleLbl="parChTrans1D3" presStyleIdx="3" presStyleCnt="4"/>
      <dgm:spPr/>
    </dgm:pt>
    <dgm:pt modelId="{E7DE54E4-7874-FE4A-AE60-A978E802C21C}" type="pres">
      <dgm:prSet presAssocID="{79B0958C-F720-DD4D-807B-06979762C578}" presName="connTx" presStyleLbl="parChTrans1D3" presStyleIdx="3" presStyleCnt="4"/>
      <dgm:spPr/>
    </dgm:pt>
    <dgm:pt modelId="{5CF5F1AC-B006-AF40-B1A6-4F5C26BAC094}" type="pres">
      <dgm:prSet presAssocID="{3774DC16-D9B9-754D-BA36-DA10B6CC5AB0}" presName="root2" presStyleCnt="0"/>
      <dgm:spPr/>
    </dgm:pt>
    <dgm:pt modelId="{2879330C-BEA7-C34E-A6FF-E0A1F5BA0CF7}" type="pres">
      <dgm:prSet presAssocID="{3774DC16-D9B9-754D-BA36-DA10B6CC5AB0}" presName="LevelTwoTextNode" presStyleLbl="node3" presStyleIdx="3" presStyleCnt="4">
        <dgm:presLayoutVars>
          <dgm:chPref val="3"/>
        </dgm:presLayoutVars>
      </dgm:prSet>
      <dgm:spPr/>
    </dgm:pt>
    <dgm:pt modelId="{C7AA1B48-A56E-BC4D-BF9A-1F145815219F}" type="pres">
      <dgm:prSet presAssocID="{3774DC16-D9B9-754D-BA36-DA10B6CC5AB0}" presName="level3hierChild" presStyleCnt="0"/>
      <dgm:spPr/>
    </dgm:pt>
    <dgm:pt modelId="{BD7B68D5-0E1F-6048-902A-2FF919EB5A16}" type="pres">
      <dgm:prSet presAssocID="{CAF4822A-2228-A947-A7D5-2D572322942A}" presName="conn2-1" presStyleLbl="parChTrans1D2" presStyleIdx="2" presStyleCnt="3"/>
      <dgm:spPr/>
    </dgm:pt>
    <dgm:pt modelId="{5C328DF3-FC0C-D549-BC10-A95081C1FF03}" type="pres">
      <dgm:prSet presAssocID="{CAF4822A-2228-A947-A7D5-2D572322942A}" presName="connTx" presStyleLbl="parChTrans1D2" presStyleIdx="2" presStyleCnt="3"/>
      <dgm:spPr/>
    </dgm:pt>
    <dgm:pt modelId="{DD339195-1DF5-594A-BA3F-3D5A5DC0AA6F}" type="pres">
      <dgm:prSet presAssocID="{145FD15D-DB75-E140-8A72-4339FC75066B}" presName="root2" presStyleCnt="0"/>
      <dgm:spPr/>
    </dgm:pt>
    <dgm:pt modelId="{F4F85CA0-EE60-9D40-9F8D-051D7089582F}" type="pres">
      <dgm:prSet presAssocID="{145FD15D-DB75-E140-8A72-4339FC75066B}" presName="LevelTwoTextNode" presStyleLbl="node2" presStyleIdx="2" presStyleCnt="3">
        <dgm:presLayoutVars>
          <dgm:chPref val="3"/>
        </dgm:presLayoutVars>
      </dgm:prSet>
      <dgm:spPr/>
    </dgm:pt>
    <dgm:pt modelId="{FA506E6D-EAC9-D944-8D87-04FC2A1FF8BC}" type="pres">
      <dgm:prSet presAssocID="{145FD15D-DB75-E140-8A72-4339FC75066B}" presName="level3hierChild" presStyleCnt="0"/>
      <dgm:spPr/>
    </dgm:pt>
    <dgm:pt modelId="{48F7ED76-E70B-6247-8160-224F2A9D32C4}" type="pres">
      <dgm:prSet presAssocID="{58C1AF88-0A52-3D4A-B762-17D3E8F1BA0D}" presName="root1" presStyleCnt="0"/>
      <dgm:spPr/>
    </dgm:pt>
    <dgm:pt modelId="{CEA1A8CF-9F84-3E44-998B-8D52CCC9F26B}" type="pres">
      <dgm:prSet presAssocID="{58C1AF88-0A52-3D4A-B762-17D3E8F1BA0D}" presName="LevelOneTextNode" presStyleLbl="node0" presStyleIdx="1" presStyleCnt="3" custLinFactNeighborX="3365" custLinFactNeighborY="-4437">
        <dgm:presLayoutVars>
          <dgm:chPref val="3"/>
        </dgm:presLayoutVars>
      </dgm:prSet>
      <dgm:spPr/>
    </dgm:pt>
    <dgm:pt modelId="{EF30BDD9-F95B-C54A-8A1B-EFD302908A3A}" type="pres">
      <dgm:prSet presAssocID="{58C1AF88-0A52-3D4A-B762-17D3E8F1BA0D}" presName="level2hierChild" presStyleCnt="0"/>
      <dgm:spPr/>
    </dgm:pt>
    <dgm:pt modelId="{BFDF425E-57E0-F345-9442-C04AE25779C6}" type="pres">
      <dgm:prSet presAssocID="{088A1255-886B-8E45-8D6E-5C484A574920}" presName="root1" presStyleCnt="0"/>
      <dgm:spPr/>
    </dgm:pt>
    <dgm:pt modelId="{87E28321-59E9-A84F-BD79-CD6019A1DDAE}" type="pres">
      <dgm:prSet presAssocID="{088A1255-886B-8E45-8D6E-5C484A574920}" presName="LevelOneTextNode" presStyleLbl="node0" presStyleIdx="2" presStyleCnt="3" custScaleX="226542" custScaleY="87604" custLinFactY="-211138" custLinFactNeighborX="17667" custLinFactNeighborY="-300000">
        <dgm:presLayoutVars>
          <dgm:chPref val="3"/>
        </dgm:presLayoutVars>
      </dgm:prSet>
      <dgm:spPr/>
    </dgm:pt>
    <dgm:pt modelId="{84C412A2-A6EB-D446-9FB6-3550FF8A7835}" type="pres">
      <dgm:prSet presAssocID="{088A1255-886B-8E45-8D6E-5C484A574920}" presName="level2hierChild" presStyleCnt="0"/>
      <dgm:spPr/>
    </dgm:pt>
  </dgm:ptLst>
  <dgm:cxnLst>
    <dgm:cxn modelId="{E65B9613-1975-314A-A760-17EF55CE23DB}" type="presOf" srcId="{CAF4822A-2228-A947-A7D5-2D572322942A}" destId="{BD7B68D5-0E1F-6048-902A-2FF919EB5A16}" srcOrd="0" destOrd="0" presId="urn:microsoft.com/office/officeart/2005/8/layout/hierarchy2"/>
    <dgm:cxn modelId="{C5842319-485E-F64D-95CF-09DDC7F5F372}" srcId="{E91930F0-25EA-E04A-B943-A1B5AE9A22C0}" destId="{58C1AF88-0A52-3D4A-B762-17D3E8F1BA0D}" srcOrd="1" destOrd="0" parTransId="{962051D7-3108-924E-AA26-57E0CDBCE8C7}" sibTransId="{815BA0C9-7E53-C14D-B6DD-BD78A218D9FA}"/>
    <dgm:cxn modelId="{0C3C8D1E-D244-6A40-9738-576073076179}" type="presOf" srcId="{CAF4822A-2228-A947-A7D5-2D572322942A}" destId="{5C328DF3-FC0C-D549-BC10-A95081C1FF03}" srcOrd="1" destOrd="0" presId="urn:microsoft.com/office/officeart/2005/8/layout/hierarchy2"/>
    <dgm:cxn modelId="{E790C21E-08FB-CC46-9A94-E750C9D02F39}" type="presOf" srcId="{B716F8CF-E478-A34F-AC74-1F0C58F48D6C}" destId="{9514BF53-7FEB-F24C-9EF7-1995A4D6A83C}" srcOrd="0" destOrd="0" presId="urn:microsoft.com/office/officeart/2005/8/layout/hierarchy2"/>
    <dgm:cxn modelId="{682D722E-E55B-E746-AA96-27DBF90C335F}" type="presOf" srcId="{DA2BBC97-7192-3C4B-A693-AC474B435638}" destId="{EEEE439D-AB92-9144-91AB-55689D8E5BA5}" srcOrd="0" destOrd="0" presId="urn:microsoft.com/office/officeart/2005/8/layout/hierarchy2"/>
    <dgm:cxn modelId="{BADDB82E-1A9B-BF48-91C7-4E39A51E6828}" srcId="{B716F8CF-E478-A34F-AC74-1F0C58F48D6C}" destId="{F49186A7-7773-6545-8B23-759B6A81A1CC}" srcOrd="1" destOrd="0" parTransId="{CAADBA14-D90D-8E4D-9B65-F91419E9F7F8}" sibTransId="{14397261-1288-594C-97FE-A93006CE97A0}"/>
    <dgm:cxn modelId="{6D87B437-5D61-0543-8A1A-5E2D164F7A9C}" srcId="{B716F8CF-E478-A34F-AC74-1F0C58F48D6C}" destId="{B64BCBD6-4DBA-D548-95FD-F42FE3591B45}" srcOrd="0" destOrd="0" parTransId="{E4C2AC8E-01D8-FE42-B2AB-3F4206EFD177}" sibTransId="{C9974282-6706-BA48-AECD-65DEB585E49C}"/>
    <dgm:cxn modelId="{A395555C-5C8F-3B40-9530-1BC2CA945514}" srcId="{E91930F0-25EA-E04A-B943-A1B5AE9A22C0}" destId="{088A1255-886B-8E45-8D6E-5C484A574920}" srcOrd="2" destOrd="0" parTransId="{81F7C2C4-1E05-7049-A1A4-A6A50420E81E}" sibTransId="{2BE8DC4D-0BF1-524C-8890-14C3CE73FF6C}"/>
    <dgm:cxn modelId="{D64D0465-A50E-EF4E-94E3-3F864AD68747}" srcId="{3DF3EBD3-E412-FB44-A1EF-53E16F04C7CC}" destId="{78D24868-4AB0-2949-A168-A62A5753C73B}" srcOrd="1" destOrd="0" parTransId="{52538BF3-AB84-E142-B0FD-0D886631117F}" sibTransId="{7AE4076E-F8A7-F845-B5D8-9DF3653E4265}"/>
    <dgm:cxn modelId="{0B700447-DF83-0A46-BAD7-B8E63BD01AEF}" type="presOf" srcId="{DA2BBC97-7192-3C4B-A693-AC474B435638}" destId="{EE5FA502-F86C-3B4C-8AD1-003F41B53F48}" srcOrd="1" destOrd="0" presId="urn:microsoft.com/office/officeart/2005/8/layout/hierarchy2"/>
    <dgm:cxn modelId="{3E3CA94B-FB07-D74E-8926-DFC7816A2E51}" type="presOf" srcId="{F49186A7-7773-6545-8B23-759B6A81A1CC}" destId="{DC301E1C-B2BC-3647-ADE6-5170B2D453FC}" srcOrd="0" destOrd="0" presId="urn:microsoft.com/office/officeart/2005/8/layout/hierarchy2"/>
    <dgm:cxn modelId="{4F3BAA6E-0128-2649-B382-A2983D999CEA}" type="presOf" srcId="{79B0958C-F720-DD4D-807B-06979762C578}" destId="{5B881762-46D1-8640-8077-2E9D10B46E23}" srcOrd="0" destOrd="0" presId="urn:microsoft.com/office/officeart/2005/8/layout/hierarchy2"/>
    <dgm:cxn modelId="{96893476-3B37-F34B-B963-8CD53AB5E7F4}" type="presOf" srcId="{58C1AF88-0A52-3D4A-B762-17D3E8F1BA0D}" destId="{CEA1A8CF-9F84-3E44-998B-8D52CCC9F26B}" srcOrd="0" destOrd="0" presId="urn:microsoft.com/office/officeart/2005/8/layout/hierarchy2"/>
    <dgm:cxn modelId="{5EC62557-5C43-5348-A84E-A7CC8BE8AED8}" type="presOf" srcId="{E91930F0-25EA-E04A-B943-A1B5AE9A22C0}" destId="{D3227F1C-672F-5744-87F6-0C2B20D5581D}" srcOrd="0" destOrd="0" presId="urn:microsoft.com/office/officeart/2005/8/layout/hierarchy2"/>
    <dgm:cxn modelId="{EDC0BD77-5742-1743-9C69-4A036E48698F}" srcId="{3DF3EBD3-E412-FB44-A1EF-53E16F04C7CC}" destId="{145FD15D-DB75-E140-8A72-4339FC75066B}" srcOrd="2" destOrd="0" parTransId="{CAF4822A-2228-A947-A7D5-2D572322942A}" sibTransId="{2BE4603C-F7FC-D745-B69C-830EBDDB6DD2}"/>
    <dgm:cxn modelId="{4ADB4F78-E501-3A4C-8A37-CC4DE50AF481}" type="presOf" srcId="{3774DC16-D9B9-754D-BA36-DA10B6CC5AB0}" destId="{2879330C-BEA7-C34E-A6FF-E0A1F5BA0CF7}" srcOrd="0" destOrd="0" presId="urn:microsoft.com/office/officeart/2005/8/layout/hierarchy2"/>
    <dgm:cxn modelId="{3E2D958C-E916-644E-AB36-A0D7A2924BC4}" type="presOf" srcId="{78D24868-4AB0-2949-A168-A62A5753C73B}" destId="{E2453990-FC06-E24F-BC23-5111512907C6}" srcOrd="0" destOrd="0" presId="urn:microsoft.com/office/officeart/2005/8/layout/hierarchy2"/>
    <dgm:cxn modelId="{A9BC018D-BA00-C347-A157-586F0520183D}" srcId="{78D24868-4AB0-2949-A168-A62A5753C73B}" destId="{3774DC16-D9B9-754D-BA36-DA10B6CC5AB0}" srcOrd="1" destOrd="0" parTransId="{79B0958C-F720-DD4D-807B-06979762C578}" sibTransId="{1D4B892B-36D5-2D46-A62D-536932414AB1}"/>
    <dgm:cxn modelId="{2A07058F-109C-3F4F-AADD-2020D7103334}" srcId="{E91930F0-25EA-E04A-B943-A1B5AE9A22C0}" destId="{3DF3EBD3-E412-FB44-A1EF-53E16F04C7CC}" srcOrd="0" destOrd="0" parTransId="{CB1FD316-8DE3-AD4E-8CDC-5EB29300DC40}" sibTransId="{D66FDA67-877A-154C-89E3-83D079B5AD5E}"/>
    <dgm:cxn modelId="{5A7F7C95-BE74-0E48-B2ED-5915AF2226E0}" type="presOf" srcId="{52538BF3-AB84-E142-B0FD-0D886631117F}" destId="{4F5DEFFE-2F8E-D74A-A65D-B15F1311DB1E}" srcOrd="1" destOrd="0" presId="urn:microsoft.com/office/officeart/2005/8/layout/hierarchy2"/>
    <dgm:cxn modelId="{CDB96D96-CF1C-8843-BE8B-0A57FBBF71EE}" type="presOf" srcId="{3DF3EBD3-E412-FB44-A1EF-53E16F04C7CC}" destId="{D3474209-9C1C-8A45-A27C-5682A053DAEB}" srcOrd="0" destOrd="0" presId="urn:microsoft.com/office/officeart/2005/8/layout/hierarchy2"/>
    <dgm:cxn modelId="{07870F9D-8319-354C-AF0C-7760DF43CCCD}" type="presOf" srcId="{088A1255-886B-8E45-8D6E-5C484A574920}" destId="{87E28321-59E9-A84F-BD79-CD6019A1DDAE}" srcOrd="0" destOrd="0" presId="urn:microsoft.com/office/officeart/2005/8/layout/hierarchy2"/>
    <dgm:cxn modelId="{131EF9A2-04AB-684C-8B8D-153A743028DF}" type="presOf" srcId="{4C3DA33F-5AFB-6A4D-A291-BAB43CA898BC}" destId="{387BAC9F-81E7-6340-A84E-06362D6D1FF2}" srcOrd="0" destOrd="0" presId="urn:microsoft.com/office/officeart/2005/8/layout/hierarchy2"/>
    <dgm:cxn modelId="{3E808CA8-A015-4C4B-AE1D-8EA967C605AF}" type="presOf" srcId="{CAADBA14-D90D-8E4D-9B65-F91419E9F7F8}" destId="{CC8BF477-90D6-874A-81A7-E2AC124F94D8}" srcOrd="0" destOrd="0" presId="urn:microsoft.com/office/officeart/2005/8/layout/hierarchy2"/>
    <dgm:cxn modelId="{CA630DAE-840E-624C-B2D1-5B5AE02D81F1}" type="presOf" srcId="{CAADBA14-D90D-8E4D-9B65-F91419E9F7F8}" destId="{566D7B63-7A0D-784F-AA07-A8CD4DCF99B3}" srcOrd="1" destOrd="0" presId="urn:microsoft.com/office/officeart/2005/8/layout/hierarchy2"/>
    <dgm:cxn modelId="{A93034C5-863E-2046-9C30-B4D1665DB680}" type="presOf" srcId="{79B0958C-F720-DD4D-807B-06979762C578}" destId="{E7DE54E4-7874-FE4A-AE60-A978E802C21C}" srcOrd="1" destOrd="0" presId="urn:microsoft.com/office/officeart/2005/8/layout/hierarchy2"/>
    <dgm:cxn modelId="{AC7099C8-F491-F149-8C5F-9E5200879E5F}" type="presOf" srcId="{B64BCBD6-4DBA-D548-95FD-F42FE3591B45}" destId="{77A91F30-8202-A446-A9FF-D87506309F64}" srcOrd="0" destOrd="0" presId="urn:microsoft.com/office/officeart/2005/8/layout/hierarchy2"/>
    <dgm:cxn modelId="{F4EF61CC-196C-F043-AB98-F5DA541C02A6}" type="presOf" srcId="{C0A5A7BB-9623-2F45-B210-22CD990FFF4E}" destId="{07C76A5F-E22F-7949-B1A0-E9D8863CCF6C}" srcOrd="0" destOrd="0" presId="urn:microsoft.com/office/officeart/2005/8/layout/hierarchy2"/>
    <dgm:cxn modelId="{9DE15FCD-387B-3342-879E-3B0AA73158AF}" srcId="{78D24868-4AB0-2949-A168-A62A5753C73B}" destId="{C0A5A7BB-9623-2F45-B210-22CD990FFF4E}" srcOrd="0" destOrd="0" parTransId="{4C3DA33F-5AFB-6A4D-A291-BAB43CA898BC}" sibTransId="{836E8D52-11A4-E040-AC57-FEBE990DDA74}"/>
    <dgm:cxn modelId="{272562CD-8E00-DE4D-BFA7-963A035E3C31}" type="presOf" srcId="{145FD15D-DB75-E140-8A72-4339FC75066B}" destId="{F4F85CA0-EE60-9D40-9F8D-051D7089582F}" srcOrd="0" destOrd="0" presId="urn:microsoft.com/office/officeart/2005/8/layout/hierarchy2"/>
    <dgm:cxn modelId="{2A6ACACF-2835-DE49-909A-F552AC6CC972}" srcId="{3DF3EBD3-E412-FB44-A1EF-53E16F04C7CC}" destId="{B716F8CF-E478-A34F-AC74-1F0C58F48D6C}" srcOrd="0" destOrd="0" parTransId="{DA2BBC97-7192-3C4B-A693-AC474B435638}" sibTransId="{3970369E-0869-DC4C-8826-2ECED65AD051}"/>
    <dgm:cxn modelId="{1B0261DA-3AC6-2741-9B24-4FB78BC022BF}" type="presOf" srcId="{E4C2AC8E-01D8-FE42-B2AB-3F4206EFD177}" destId="{DBB9945D-E1DF-9146-A3CC-AA54BF2523A4}" srcOrd="0" destOrd="0" presId="urn:microsoft.com/office/officeart/2005/8/layout/hierarchy2"/>
    <dgm:cxn modelId="{0B9EEBEA-90BD-824F-A583-F32A96F9B2D4}" type="presOf" srcId="{E4C2AC8E-01D8-FE42-B2AB-3F4206EFD177}" destId="{E86EB8FE-EC66-0F44-B20F-34642A084E9B}" srcOrd="1" destOrd="0" presId="urn:microsoft.com/office/officeart/2005/8/layout/hierarchy2"/>
    <dgm:cxn modelId="{E8E22FF8-A26E-6A4B-AC0D-DA8160C3210A}" type="presOf" srcId="{4C3DA33F-5AFB-6A4D-A291-BAB43CA898BC}" destId="{95F688A4-1BC7-594A-9A29-AFC14EBDC3B6}" srcOrd="1" destOrd="0" presId="urn:microsoft.com/office/officeart/2005/8/layout/hierarchy2"/>
    <dgm:cxn modelId="{434395FF-0367-9F43-9C52-0CE69C507DB6}" type="presOf" srcId="{52538BF3-AB84-E142-B0FD-0D886631117F}" destId="{6465BB4F-F43E-FE43-850B-D23D7A2D7EC0}" srcOrd="0" destOrd="0" presId="urn:microsoft.com/office/officeart/2005/8/layout/hierarchy2"/>
    <dgm:cxn modelId="{DE85FA3F-ABB8-1349-A5DA-2AE499627905}" type="presParOf" srcId="{D3227F1C-672F-5744-87F6-0C2B20D5581D}" destId="{17689643-669F-3745-AD7D-42EABA61431C}" srcOrd="0" destOrd="0" presId="urn:microsoft.com/office/officeart/2005/8/layout/hierarchy2"/>
    <dgm:cxn modelId="{C8AB8461-CA6A-D14B-AB18-CEF1C8A8E853}" type="presParOf" srcId="{17689643-669F-3745-AD7D-42EABA61431C}" destId="{D3474209-9C1C-8A45-A27C-5682A053DAEB}" srcOrd="0" destOrd="0" presId="urn:microsoft.com/office/officeart/2005/8/layout/hierarchy2"/>
    <dgm:cxn modelId="{171E3E51-659A-9D41-BDED-98E00CD7BCDF}" type="presParOf" srcId="{17689643-669F-3745-AD7D-42EABA61431C}" destId="{596C7EB4-02DA-3C42-B0D4-694F20A9D88A}" srcOrd="1" destOrd="0" presId="urn:microsoft.com/office/officeart/2005/8/layout/hierarchy2"/>
    <dgm:cxn modelId="{1BBD4593-A1AF-1845-A39C-C8631CDCB04F}" type="presParOf" srcId="{596C7EB4-02DA-3C42-B0D4-694F20A9D88A}" destId="{EEEE439D-AB92-9144-91AB-55689D8E5BA5}" srcOrd="0" destOrd="0" presId="urn:microsoft.com/office/officeart/2005/8/layout/hierarchy2"/>
    <dgm:cxn modelId="{A7027A94-9203-B940-A6B8-317FE61518CA}" type="presParOf" srcId="{EEEE439D-AB92-9144-91AB-55689D8E5BA5}" destId="{EE5FA502-F86C-3B4C-8AD1-003F41B53F48}" srcOrd="0" destOrd="0" presId="urn:microsoft.com/office/officeart/2005/8/layout/hierarchy2"/>
    <dgm:cxn modelId="{877517D6-8D22-C048-ACD2-CF0A874701DC}" type="presParOf" srcId="{596C7EB4-02DA-3C42-B0D4-694F20A9D88A}" destId="{A4F587E4-F5EF-4144-86F6-A41F8CC72EFD}" srcOrd="1" destOrd="0" presId="urn:microsoft.com/office/officeart/2005/8/layout/hierarchy2"/>
    <dgm:cxn modelId="{DACA8FCB-22EF-F84B-85E7-382CF81B395F}" type="presParOf" srcId="{A4F587E4-F5EF-4144-86F6-A41F8CC72EFD}" destId="{9514BF53-7FEB-F24C-9EF7-1995A4D6A83C}" srcOrd="0" destOrd="0" presId="urn:microsoft.com/office/officeart/2005/8/layout/hierarchy2"/>
    <dgm:cxn modelId="{6012B173-9958-934C-ACBA-2D542E028B3D}" type="presParOf" srcId="{A4F587E4-F5EF-4144-86F6-A41F8CC72EFD}" destId="{EB5EA0B0-6FD4-0845-9AAE-C9330BC583CB}" srcOrd="1" destOrd="0" presId="urn:microsoft.com/office/officeart/2005/8/layout/hierarchy2"/>
    <dgm:cxn modelId="{1C7D679E-4628-444E-BA42-C507263044FF}" type="presParOf" srcId="{EB5EA0B0-6FD4-0845-9AAE-C9330BC583CB}" destId="{DBB9945D-E1DF-9146-A3CC-AA54BF2523A4}" srcOrd="0" destOrd="0" presId="urn:microsoft.com/office/officeart/2005/8/layout/hierarchy2"/>
    <dgm:cxn modelId="{FBAC3C45-9373-C141-ACAD-3AAB87780B2E}" type="presParOf" srcId="{DBB9945D-E1DF-9146-A3CC-AA54BF2523A4}" destId="{E86EB8FE-EC66-0F44-B20F-34642A084E9B}" srcOrd="0" destOrd="0" presId="urn:microsoft.com/office/officeart/2005/8/layout/hierarchy2"/>
    <dgm:cxn modelId="{A74E37A5-3A17-D14B-BE0F-324BFBB72DEB}" type="presParOf" srcId="{EB5EA0B0-6FD4-0845-9AAE-C9330BC583CB}" destId="{8D3AB04D-749D-A040-B1A0-202B9BC0FB96}" srcOrd="1" destOrd="0" presId="urn:microsoft.com/office/officeart/2005/8/layout/hierarchy2"/>
    <dgm:cxn modelId="{3BB57714-16C9-844E-B039-EFFB73BF829D}" type="presParOf" srcId="{8D3AB04D-749D-A040-B1A0-202B9BC0FB96}" destId="{77A91F30-8202-A446-A9FF-D87506309F64}" srcOrd="0" destOrd="0" presId="urn:microsoft.com/office/officeart/2005/8/layout/hierarchy2"/>
    <dgm:cxn modelId="{B36E6C15-C7FA-C445-99ED-40086ACB42E3}" type="presParOf" srcId="{8D3AB04D-749D-A040-B1A0-202B9BC0FB96}" destId="{114E59E4-6050-1144-A896-E3B3F4EE99BD}" srcOrd="1" destOrd="0" presId="urn:microsoft.com/office/officeart/2005/8/layout/hierarchy2"/>
    <dgm:cxn modelId="{4E5D1019-83B4-4946-93D4-10127F56CC76}" type="presParOf" srcId="{EB5EA0B0-6FD4-0845-9AAE-C9330BC583CB}" destId="{CC8BF477-90D6-874A-81A7-E2AC124F94D8}" srcOrd="2" destOrd="0" presId="urn:microsoft.com/office/officeart/2005/8/layout/hierarchy2"/>
    <dgm:cxn modelId="{79E6377B-D878-7C45-86C7-E7A7CD0A405C}" type="presParOf" srcId="{CC8BF477-90D6-874A-81A7-E2AC124F94D8}" destId="{566D7B63-7A0D-784F-AA07-A8CD4DCF99B3}" srcOrd="0" destOrd="0" presId="urn:microsoft.com/office/officeart/2005/8/layout/hierarchy2"/>
    <dgm:cxn modelId="{E3173D0C-B6F6-3742-834B-4CAC3A965F0C}" type="presParOf" srcId="{EB5EA0B0-6FD4-0845-9AAE-C9330BC583CB}" destId="{151FBDFB-BEB2-6F49-B8DB-50B640E4D0D0}" srcOrd="3" destOrd="0" presId="urn:microsoft.com/office/officeart/2005/8/layout/hierarchy2"/>
    <dgm:cxn modelId="{BE219AEB-622B-7F4D-A55E-5E947745F311}" type="presParOf" srcId="{151FBDFB-BEB2-6F49-B8DB-50B640E4D0D0}" destId="{DC301E1C-B2BC-3647-ADE6-5170B2D453FC}" srcOrd="0" destOrd="0" presId="urn:microsoft.com/office/officeart/2005/8/layout/hierarchy2"/>
    <dgm:cxn modelId="{8D7ED35F-9FA6-CC42-809A-F68972BEBF88}" type="presParOf" srcId="{151FBDFB-BEB2-6F49-B8DB-50B640E4D0D0}" destId="{1451B698-74E7-5E46-A6D7-20E12BB4DE04}" srcOrd="1" destOrd="0" presId="urn:microsoft.com/office/officeart/2005/8/layout/hierarchy2"/>
    <dgm:cxn modelId="{397ECA07-9840-2647-86D5-073FEB66CF8F}" type="presParOf" srcId="{596C7EB4-02DA-3C42-B0D4-694F20A9D88A}" destId="{6465BB4F-F43E-FE43-850B-D23D7A2D7EC0}" srcOrd="2" destOrd="0" presId="urn:microsoft.com/office/officeart/2005/8/layout/hierarchy2"/>
    <dgm:cxn modelId="{A09533EC-871D-554C-8A30-1A4AA7731CBB}" type="presParOf" srcId="{6465BB4F-F43E-FE43-850B-D23D7A2D7EC0}" destId="{4F5DEFFE-2F8E-D74A-A65D-B15F1311DB1E}" srcOrd="0" destOrd="0" presId="urn:microsoft.com/office/officeart/2005/8/layout/hierarchy2"/>
    <dgm:cxn modelId="{9E2F30F3-516C-BD4A-98B0-5E35129F21B2}" type="presParOf" srcId="{596C7EB4-02DA-3C42-B0D4-694F20A9D88A}" destId="{2567D6AE-D8E5-DB44-9AAD-AD9714BA9D3D}" srcOrd="3" destOrd="0" presId="urn:microsoft.com/office/officeart/2005/8/layout/hierarchy2"/>
    <dgm:cxn modelId="{C1A216C5-0C9E-EA4E-83B3-609B7E09C63D}" type="presParOf" srcId="{2567D6AE-D8E5-DB44-9AAD-AD9714BA9D3D}" destId="{E2453990-FC06-E24F-BC23-5111512907C6}" srcOrd="0" destOrd="0" presId="urn:microsoft.com/office/officeart/2005/8/layout/hierarchy2"/>
    <dgm:cxn modelId="{20E41F3C-F2EE-CA45-AA0A-9AEB576588BB}" type="presParOf" srcId="{2567D6AE-D8E5-DB44-9AAD-AD9714BA9D3D}" destId="{7B63C547-5B25-FF42-845C-9FBB3ABFA8E1}" srcOrd="1" destOrd="0" presId="urn:microsoft.com/office/officeart/2005/8/layout/hierarchy2"/>
    <dgm:cxn modelId="{20559DAC-A471-FC4B-A867-B4C3133DD4AF}" type="presParOf" srcId="{7B63C547-5B25-FF42-845C-9FBB3ABFA8E1}" destId="{387BAC9F-81E7-6340-A84E-06362D6D1FF2}" srcOrd="0" destOrd="0" presId="urn:microsoft.com/office/officeart/2005/8/layout/hierarchy2"/>
    <dgm:cxn modelId="{5AC667D1-6DCA-BD4D-BE40-61EE2E03D121}" type="presParOf" srcId="{387BAC9F-81E7-6340-A84E-06362D6D1FF2}" destId="{95F688A4-1BC7-594A-9A29-AFC14EBDC3B6}" srcOrd="0" destOrd="0" presId="urn:microsoft.com/office/officeart/2005/8/layout/hierarchy2"/>
    <dgm:cxn modelId="{383CA891-9C61-454D-99F5-89F1A38B732F}" type="presParOf" srcId="{7B63C547-5B25-FF42-845C-9FBB3ABFA8E1}" destId="{AB593D8F-2AB3-C741-AB55-4FBE0F1CECEE}" srcOrd="1" destOrd="0" presId="urn:microsoft.com/office/officeart/2005/8/layout/hierarchy2"/>
    <dgm:cxn modelId="{3E74E4E0-65C5-1B41-B7FB-3470A3AFD105}" type="presParOf" srcId="{AB593D8F-2AB3-C741-AB55-4FBE0F1CECEE}" destId="{07C76A5F-E22F-7949-B1A0-E9D8863CCF6C}" srcOrd="0" destOrd="0" presId="urn:microsoft.com/office/officeart/2005/8/layout/hierarchy2"/>
    <dgm:cxn modelId="{656B4D0C-8185-DB48-8610-49B32F1BFDE1}" type="presParOf" srcId="{AB593D8F-2AB3-C741-AB55-4FBE0F1CECEE}" destId="{6669DC4E-FD53-2648-A4BF-A062326F01F5}" srcOrd="1" destOrd="0" presId="urn:microsoft.com/office/officeart/2005/8/layout/hierarchy2"/>
    <dgm:cxn modelId="{504DE630-84A6-C049-A23C-6FE5836816B4}" type="presParOf" srcId="{7B63C547-5B25-FF42-845C-9FBB3ABFA8E1}" destId="{5B881762-46D1-8640-8077-2E9D10B46E23}" srcOrd="2" destOrd="0" presId="urn:microsoft.com/office/officeart/2005/8/layout/hierarchy2"/>
    <dgm:cxn modelId="{963233CC-C1D8-884B-A1C1-2804740E3CEE}" type="presParOf" srcId="{5B881762-46D1-8640-8077-2E9D10B46E23}" destId="{E7DE54E4-7874-FE4A-AE60-A978E802C21C}" srcOrd="0" destOrd="0" presId="urn:microsoft.com/office/officeart/2005/8/layout/hierarchy2"/>
    <dgm:cxn modelId="{EE085D7E-7A40-3C4F-A7A8-C0BF9DD54DB7}" type="presParOf" srcId="{7B63C547-5B25-FF42-845C-9FBB3ABFA8E1}" destId="{5CF5F1AC-B006-AF40-B1A6-4F5C26BAC094}" srcOrd="3" destOrd="0" presId="urn:microsoft.com/office/officeart/2005/8/layout/hierarchy2"/>
    <dgm:cxn modelId="{85644709-1BDF-A643-BC81-AE5B514C3AD7}" type="presParOf" srcId="{5CF5F1AC-B006-AF40-B1A6-4F5C26BAC094}" destId="{2879330C-BEA7-C34E-A6FF-E0A1F5BA0CF7}" srcOrd="0" destOrd="0" presId="urn:microsoft.com/office/officeart/2005/8/layout/hierarchy2"/>
    <dgm:cxn modelId="{28F33B53-DD13-E047-9513-0556461BE23C}" type="presParOf" srcId="{5CF5F1AC-B006-AF40-B1A6-4F5C26BAC094}" destId="{C7AA1B48-A56E-BC4D-BF9A-1F145815219F}" srcOrd="1" destOrd="0" presId="urn:microsoft.com/office/officeart/2005/8/layout/hierarchy2"/>
    <dgm:cxn modelId="{7EDEEF8D-2EDD-1C48-BD99-154B89C1B355}" type="presParOf" srcId="{596C7EB4-02DA-3C42-B0D4-694F20A9D88A}" destId="{BD7B68D5-0E1F-6048-902A-2FF919EB5A16}" srcOrd="4" destOrd="0" presId="urn:microsoft.com/office/officeart/2005/8/layout/hierarchy2"/>
    <dgm:cxn modelId="{A0626245-939E-2B47-BC5F-217C1476EC67}" type="presParOf" srcId="{BD7B68D5-0E1F-6048-902A-2FF919EB5A16}" destId="{5C328DF3-FC0C-D549-BC10-A95081C1FF03}" srcOrd="0" destOrd="0" presId="urn:microsoft.com/office/officeart/2005/8/layout/hierarchy2"/>
    <dgm:cxn modelId="{405D7E97-ACB0-3C47-82D8-4660DA14AA8B}" type="presParOf" srcId="{596C7EB4-02DA-3C42-B0D4-694F20A9D88A}" destId="{DD339195-1DF5-594A-BA3F-3D5A5DC0AA6F}" srcOrd="5" destOrd="0" presId="urn:microsoft.com/office/officeart/2005/8/layout/hierarchy2"/>
    <dgm:cxn modelId="{B677ED92-7678-4945-8ED5-4B6B8482E819}" type="presParOf" srcId="{DD339195-1DF5-594A-BA3F-3D5A5DC0AA6F}" destId="{F4F85CA0-EE60-9D40-9F8D-051D7089582F}" srcOrd="0" destOrd="0" presId="urn:microsoft.com/office/officeart/2005/8/layout/hierarchy2"/>
    <dgm:cxn modelId="{C2731453-414C-A440-AD19-735F6E090A91}" type="presParOf" srcId="{DD339195-1DF5-594A-BA3F-3D5A5DC0AA6F}" destId="{FA506E6D-EAC9-D944-8D87-04FC2A1FF8BC}" srcOrd="1" destOrd="0" presId="urn:microsoft.com/office/officeart/2005/8/layout/hierarchy2"/>
    <dgm:cxn modelId="{C2E20F35-B2D8-AA4C-B290-AA3FCFB76EB1}" type="presParOf" srcId="{D3227F1C-672F-5744-87F6-0C2B20D5581D}" destId="{48F7ED76-E70B-6247-8160-224F2A9D32C4}" srcOrd="1" destOrd="0" presId="urn:microsoft.com/office/officeart/2005/8/layout/hierarchy2"/>
    <dgm:cxn modelId="{05A14D61-8C52-E544-9E76-7EB268823AB8}" type="presParOf" srcId="{48F7ED76-E70B-6247-8160-224F2A9D32C4}" destId="{CEA1A8CF-9F84-3E44-998B-8D52CCC9F26B}" srcOrd="0" destOrd="0" presId="urn:microsoft.com/office/officeart/2005/8/layout/hierarchy2"/>
    <dgm:cxn modelId="{73811058-2ED8-6543-A4E5-7EB8D0BEF112}" type="presParOf" srcId="{48F7ED76-E70B-6247-8160-224F2A9D32C4}" destId="{EF30BDD9-F95B-C54A-8A1B-EFD302908A3A}" srcOrd="1" destOrd="0" presId="urn:microsoft.com/office/officeart/2005/8/layout/hierarchy2"/>
    <dgm:cxn modelId="{552DBE13-75C1-BB43-8361-778498902D50}" type="presParOf" srcId="{D3227F1C-672F-5744-87F6-0C2B20D5581D}" destId="{BFDF425E-57E0-F345-9442-C04AE25779C6}" srcOrd="2" destOrd="0" presId="urn:microsoft.com/office/officeart/2005/8/layout/hierarchy2"/>
    <dgm:cxn modelId="{83C73FDF-9788-9D40-BE47-1AAF426A2265}" type="presParOf" srcId="{BFDF425E-57E0-F345-9442-C04AE25779C6}" destId="{87E28321-59E9-A84F-BD79-CD6019A1DDAE}" srcOrd="0" destOrd="0" presId="urn:microsoft.com/office/officeart/2005/8/layout/hierarchy2"/>
    <dgm:cxn modelId="{8708E85F-06C7-9A4A-A2B5-8A99C037CF91}" type="presParOf" srcId="{BFDF425E-57E0-F345-9442-C04AE25779C6}" destId="{84C412A2-A6EB-D446-9FB6-3550FF8A783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474209-9C1C-8A45-A27C-5682A053DAEB}">
      <dsp:nvSpPr>
        <dsp:cNvPr id="0" name=""/>
        <dsp:cNvSpPr/>
      </dsp:nvSpPr>
      <dsp:spPr>
        <a:xfrm>
          <a:off x="18321" y="1161783"/>
          <a:ext cx="3019516" cy="13245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latin typeface="Arial" panose="020B0604020202020204" pitchFamily="34" charset="0"/>
              <a:cs typeface="Arial" panose="020B0604020202020204" pitchFamily="34" charset="0"/>
            </a:rPr>
            <a:t>MCU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latin typeface="Arial" panose="020B0604020202020204" pitchFamily="34" charset="0"/>
              <a:cs typeface="Arial" panose="020B0604020202020204" pitchFamily="34" charset="0"/>
            </a:rPr>
            <a:t>(Microcontroller)</a:t>
          </a:r>
        </a:p>
      </dsp:txBody>
      <dsp:txXfrm>
        <a:off x="57116" y="1200578"/>
        <a:ext cx="2941926" cy="1246982"/>
      </dsp:txXfrm>
    </dsp:sp>
    <dsp:sp modelId="{EEEE439D-AB92-9144-91AB-55689D8E5BA5}">
      <dsp:nvSpPr>
        <dsp:cNvPr id="0" name=""/>
        <dsp:cNvSpPr/>
      </dsp:nvSpPr>
      <dsp:spPr>
        <a:xfrm rot="17559893">
          <a:off x="2591870" y="1141189"/>
          <a:ext cx="1451104" cy="26718"/>
        </a:xfrm>
        <a:custGeom>
          <a:avLst/>
          <a:gdLst/>
          <a:ahLst/>
          <a:cxnLst/>
          <a:rect l="0" t="0" r="0" b="0"/>
          <a:pathLst>
            <a:path>
              <a:moveTo>
                <a:pt x="0" y="13359"/>
              </a:moveTo>
              <a:lnTo>
                <a:pt x="1451104" y="1335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281144" y="1118271"/>
        <a:ext cx="72555" cy="72555"/>
      </dsp:txXfrm>
    </dsp:sp>
    <dsp:sp modelId="{9514BF53-7FEB-F24C-9EF7-1995A4D6A83C}">
      <dsp:nvSpPr>
        <dsp:cNvPr id="0" name=""/>
        <dsp:cNvSpPr/>
      </dsp:nvSpPr>
      <dsp:spPr>
        <a:xfrm>
          <a:off x="3597007" y="165334"/>
          <a:ext cx="1278773" cy="6393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Power unit signal detection</a:t>
          </a:r>
        </a:p>
      </dsp:txBody>
      <dsp:txXfrm>
        <a:off x="3615734" y="184061"/>
        <a:ext cx="1241319" cy="601932"/>
      </dsp:txXfrm>
    </dsp:sp>
    <dsp:sp modelId="{DBB9945D-E1DF-9146-A3CC-AA54BF2523A4}">
      <dsp:nvSpPr>
        <dsp:cNvPr id="0" name=""/>
        <dsp:cNvSpPr/>
      </dsp:nvSpPr>
      <dsp:spPr>
        <a:xfrm rot="20380963">
          <a:off x="4860967" y="389001"/>
          <a:ext cx="476169" cy="26718"/>
        </a:xfrm>
        <a:custGeom>
          <a:avLst/>
          <a:gdLst/>
          <a:ahLst/>
          <a:cxnLst/>
          <a:rect l="0" t="0" r="0" b="0"/>
          <a:pathLst>
            <a:path>
              <a:moveTo>
                <a:pt x="0" y="13359"/>
              </a:moveTo>
              <a:lnTo>
                <a:pt x="476169" y="1335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5087148" y="390456"/>
        <a:ext cx="23808" cy="23808"/>
      </dsp:txXfrm>
    </dsp:sp>
    <dsp:sp modelId="{77A91F30-8202-A446-A9FF-D87506309F64}">
      <dsp:nvSpPr>
        <dsp:cNvPr id="0" name=""/>
        <dsp:cNvSpPr/>
      </dsp:nvSpPr>
      <dsp:spPr>
        <a:xfrm>
          <a:off x="5322324" y="0"/>
          <a:ext cx="1278773" cy="6393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Diesel as power</a:t>
          </a:r>
        </a:p>
      </dsp:txBody>
      <dsp:txXfrm>
        <a:off x="5341051" y="18727"/>
        <a:ext cx="1241319" cy="601932"/>
      </dsp:txXfrm>
    </dsp:sp>
    <dsp:sp modelId="{CC8BF477-90D6-874A-81A7-E2AC124F94D8}">
      <dsp:nvSpPr>
        <dsp:cNvPr id="0" name=""/>
        <dsp:cNvSpPr/>
      </dsp:nvSpPr>
      <dsp:spPr>
        <a:xfrm rot="4194101">
          <a:off x="4584039" y="889079"/>
          <a:ext cx="888955" cy="26718"/>
        </a:xfrm>
        <a:custGeom>
          <a:avLst/>
          <a:gdLst/>
          <a:ahLst/>
          <a:cxnLst/>
          <a:rect l="0" t="0" r="0" b="0"/>
          <a:pathLst>
            <a:path>
              <a:moveTo>
                <a:pt x="0" y="13359"/>
              </a:moveTo>
              <a:lnTo>
                <a:pt x="888955" y="1335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5006293" y="880215"/>
        <a:ext cx="44447" cy="44447"/>
      </dsp:txXfrm>
    </dsp:sp>
    <dsp:sp modelId="{DC301E1C-B2BC-3647-ADE6-5170B2D453FC}">
      <dsp:nvSpPr>
        <dsp:cNvPr id="0" name=""/>
        <dsp:cNvSpPr/>
      </dsp:nvSpPr>
      <dsp:spPr>
        <a:xfrm>
          <a:off x="5181253" y="1000156"/>
          <a:ext cx="1278773" cy="6393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Electric energy as power</a:t>
          </a:r>
        </a:p>
      </dsp:txBody>
      <dsp:txXfrm>
        <a:off x="5199980" y="1018883"/>
        <a:ext cx="1241319" cy="601932"/>
      </dsp:txXfrm>
    </dsp:sp>
    <dsp:sp modelId="{6465BB4F-F43E-FE43-850B-D23D7A2D7EC0}">
      <dsp:nvSpPr>
        <dsp:cNvPr id="0" name=""/>
        <dsp:cNvSpPr/>
      </dsp:nvSpPr>
      <dsp:spPr>
        <a:xfrm rot="2933094">
          <a:off x="2909293" y="2093527"/>
          <a:ext cx="750784" cy="26718"/>
        </a:xfrm>
        <a:custGeom>
          <a:avLst/>
          <a:gdLst/>
          <a:ahLst/>
          <a:cxnLst/>
          <a:rect l="0" t="0" r="0" b="0"/>
          <a:pathLst>
            <a:path>
              <a:moveTo>
                <a:pt x="0" y="13359"/>
              </a:moveTo>
              <a:lnTo>
                <a:pt x="750784" y="1335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265916" y="2088117"/>
        <a:ext cx="37539" cy="37539"/>
      </dsp:txXfrm>
    </dsp:sp>
    <dsp:sp modelId="{E2453990-FC06-E24F-BC23-5111512907C6}">
      <dsp:nvSpPr>
        <dsp:cNvPr id="0" name=""/>
        <dsp:cNvSpPr/>
      </dsp:nvSpPr>
      <dsp:spPr>
        <a:xfrm>
          <a:off x="3531533" y="2070010"/>
          <a:ext cx="1278773" cy="6393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Motor driver </a:t>
          </a:r>
        </a:p>
      </dsp:txBody>
      <dsp:txXfrm>
        <a:off x="3550260" y="2088737"/>
        <a:ext cx="1241319" cy="601932"/>
      </dsp:txXfrm>
    </dsp:sp>
    <dsp:sp modelId="{387BAC9F-81E7-6340-A84E-06362D6D1FF2}">
      <dsp:nvSpPr>
        <dsp:cNvPr id="0" name=""/>
        <dsp:cNvSpPr/>
      </dsp:nvSpPr>
      <dsp:spPr>
        <a:xfrm rot="19457599">
          <a:off x="4751098" y="2192520"/>
          <a:ext cx="629925" cy="26718"/>
        </a:xfrm>
        <a:custGeom>
          <a:avLst/>
          <a:gdLst/>
          <a:ahLst/>
          <a:cxnLst/>
          <a:rect l="0" t="0" r="0" b="0"/>
          <a:pathLst>
            <a:path>
              <a:moveTo>
                <a:pt x="0" y="13359"/>
              </a:moveTo>
              <a:lnTo>
                <a:pt x="629925" y="1335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5050313" y="2190131"/>
        <a:ext cx="31496" cy="31496"/>
      </dsp:txXfrm>
    </dsp:sp>
    <dsp:sp modelId="{07C76A5F-E22F-7949-B1A0-E9D8863CCF6C}">
      <dsp:nvSpPr>
        <dsp:cNvPr id="0" name=""/>
        <dsp:cNvSpPr/>
      </dsp:nvSpPr>
      <dsp:spPr>
        <a:xfrm>
          <a:off x="5321816" y="1702362"/>
          <a:ext cx="1278773" cy="6393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Conveyor Belts</a:t>
          </a:r>
        </a:p>
      </dsp:txBody>
      <dsp:txXfrm>
        <a:off x="5340543" y="1721089"/>
        <a:ext cx="1241319" cy="601932"/>
      </dsp:txXfrm>
    </dsp:sp>
    <dsp:sp modelId="{5B881762-46D1-8640-8077-2E9D10B46E23}">
      <dsp:nvSpPr>
        <dsp:cNvPr id="0" name=""/>
        <dsp:cNvSpPr/>
      </dsp:nvSpPr>
      <dsp:spPr>
        <a:xfrm rot="2142401">
          <a:off x="4751098" y="2560167"/>
          <a:ext cx="629925" cy="26718"/>
        </a:xfrm>
        <a:custGeom>
          <a:avLst/>
          <a:gdLst/>
          <a:ahLst/>
          <a:cxnLst/>
          <a:rect l="0" t="0" r="0" b="0"/>
          <a:pathLst>
            <a:path>
              <a:moveTo>
                <a:pt x="0" y="13359"/>
              </a:moveTo>
              <a:lnTo>
                <a:pt x="629925" y="1335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5050313" y="2557779"/>
        <a:ext cx="31496" cy="31496"/>
      </dsp:txXfrm>
    </dsp:sp>
    <dsp:sp modelId="{2879330C-BEA7-C34E-A6FF-E0A1F5BA0CF7}">
      <dsp:nvSpPr>
        <dsp:cNvPr id="0" name=""/>
        <dsp:cNvSpPr/>
      </dsp:nvSpPr>
      <dsp:spPr>
        <a:xfrm>
          <a:off x="5321816" y="2437657"/>
          <a:ext cx="1278773" cy="6393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Control of Engine in the Ribbon Machine Core</a:t>
          </a:r>
        </a:p>
      </dsp:txBody>
      <dsp:txXfrm>
        <a:off x="5340543" y="2456384"/>
        <a:ext cx="1241319" cy="601932"/>
      </dsp:txXfrm>
    </dsp:sp>
    <dsp:sp modelId="{BD7B68D5-0E1F-6048-902A-2FF919EB5A16}">
      <dsp:nvSpPr>
        <dsp:cNvPr id="0" name=""/>
        <dsp:cNvSpPr/>
      </dsp:nvSpPr>
      <dsp:spPr>
        <a:xfrm rot="4153109">
          <a:off x="2588957" y="2461174"/>
          <a:ext cx="1391455" cy="26718"/>
        </a:xfrm>
        <a:custGeom>
          <a:avLst/>
          <a:gdLst/>
          <a:ahLst/>
          <a:cxnLst/>
          <a:rect l="0" t="0" r="0" b="0"/>
          <a:pathLst>
            <a:path>
              <a:moveTo>
                <a:pt x="0" y="13359"/>
              </a:moveTo>
              <a:lnTo>
                <a:pt x="1391455" y="1335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249899" y="2439747"/>
        <a:ext cx="69572" cy="69572"/>
      </dsp:txXfrm>
    </dsp:sp>
    <dsp:sp modelId="{F4F85CA0-EE60-9D40-9F8D-051D7089582F}">
      <dsp:nvSpPr>
        <dsp:cNvPr id="0" name=""/>
        <dsp:cNvSpPr/>
      </dsp:nvSpPr>
      <dsp:spPr>
        <a:xfrm>
          <a:off x="3531533" y="2805304"/>
          <a:ext cx="1278773" cy="6393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Signals for the chemical sprayer</a:t>
          </a:r>
        </a:p>
      </dsp:txBody>
      <dsp:txXfrm>
        <a:off x="3550260" y="2824031"/>
        <a:ext cx="1241319" cy="601932"/>
      </dsp:txXfrm>
    </dsp:sp>
    <dsp:sp modelId="{CEA1A8CF-9F84-3E44-998B-8D52CCC9F26B}">
      <dsp:nvSpPr>
        <dsp:cNvPr id="0" name=""/>
        <dsp:cNvSpPr/>
      </dsp:nvSpPr>
      <dsp:spPr>
        <a:xfrm>
          <a:off x="43538" y="2751880"/>
          <a:ext cx="1278773" cy="6393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Input Buttons for operation</a:t>
          </a:r>
        </a:p>
      </dsp:txBody>
      <dsp:txXfrm>
        <a:off x="62265" y="2770607"/>
        <a:ext cx="1241319" cy="601932"/>
      </dsp:txXfrm>
    </dsp:sp>
    <dsp:sp modelId="{87E28321-59E9-A84F-BD79-CD6019A1DDAE}">
      <dsp:nvSpPr>
        <dsp:cNvPr id="0" name=""/>
        <dsp:cNvSpPr/>
      </dsp:nvSpPr>
      <dsp:spPr>
        <a:xfrm>
          <a:off x="226429" y="247396"/>
          <a:ext cx="2896958" cy="5601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Signals need to be taken from sensors to indicate operation for user at different stages to get rid of over loading and over damping.</a:t>
          </a:r>
        </a:p>
      </dsp:txBody>
      <dsp:txXfrm>
        <a:off x="242835" y="263802"/>
        <a:ext cx="2864146" cy="5273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DC619-45C3-DC0D-9499-EF1FC781B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C2981DAC-02E9-75FC-A072-8E005A540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DEECB6D4-BC2A-B924-9867-72DCF1947A3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0FF1CCF8-6834-EFB9-77D6-CFA501A214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7403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10/25/2025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10/25/2025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3" Type="http://schemas.openxmlformats.org/officeDocument/2006/relationships/image" Target="../media/image2.png"/><Relationship Id="rId21" Type="http://schemas.openxmlformats.org/officeDocument/2006/relationships/image" Target="../media/image17.jpeg"/><Relationship Id="rId7" Type="http://schemas.openxmlformats.org/officeDocument/2006/relationships/diagramColors" Target="../diagrams/colors1.xml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2.png"/><Relationship Id="rId20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7.png"/><Relationship Id="rId5" Type="http://schemas.openxmlformats.org/officeDocument/2006/relationships/diagramLayout" Target="../diagrams/layout1.xml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19" Type="http://schemas.openxmlformats.org/officeDocument/2006/relationships/image" Target="../media/image15.png"/><Relationship Id="rId4" Type="http://schemas.openxmlformats.org/officeDocument/2006/relationships/diagramData" Target="../diagrams/data1.xml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jpeg"/><Relationship Id="rId10" Type="http://schemas.openxmlformats.org/officeDocument/2006/relationships/image" Target="../media/image28.jpeg"/><Relationship Id="rId4" Type="http://schemas.openxmlformats.org/officeDocument/2006/relationships/image" Target="../media/image22.png"/><Relationship Id="rId9" Type="http://schemas.openxmlformats.org/officeDocument/2006/relationships/image" Target="../media/image2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epubs.icar.org.in/index.php/JAEM/article/view/8979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quickcompany.in/patents/power-operated-jute-ribboning-machine" TargetMode="External"/><Relationship Id="rId5" Type="http://schemas.openxmlformats.org/officeDocument/2006/relationships/hyperlink" Target="https://issca.icrisat.org/scalable-solutions/mechanical-and-biochemical-methods-for-the-extraction-of-bast-fibres" TargetMode="External"/><Relationship Id="rId4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091876" y="2136869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007439" y="53888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8000" y="-585520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704258"/>
            <a:ext cx="5924550" cy="5917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SIH25267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:- </a:t>
            </a:r>
            <a:r>
              <a:rPr lang="en-IN" sz="2000" b="1" i="1" dirty="0">
                <a:solidFill>
                  <a:srgbClr val="212529"/>
                </a:solidFill>
                <a:latin typeface="montserratregular"/>
                <a:cs typeface="Arial" panose="020B0604020202020204" pitchFamily="34" charset="0"/>
              </a:rPr>
              <a:t>D</a:t>
            </a:r>
            <a:r>
              <a:rPr lang="en-IN" sz="2000" b="1" i="1" u="none" strike="noStrike" dirty="0">
                <a:solidFill>
                  <a:srgbClr val="212529"/>
                </a:solidFill>
                <a:effectLst/>
                <a:latin typeface="montserratregular"/>
              </a:rPr>
              <a:t>eveloping more </a:t>
            </a:r>
            <a:r>
              <a:rPr lang="en-IN" sz="2000" b="1" i="1" dirty="0">
                <a:solidFill>
                  <a:srgbClr val="212529"/>
                </a:solidFill>
                <a:latin typeface="montserratregular"/>
              </a:rPr>
              <a:t>e</a:t>
            </a:r>
            <a:r>
              <a:rPr lang="en-IN" sz="2000" b="1" i="1" u="none" strike="noStrike" dirty="0">
                <a:solidFill>
                  <a:srgbClr val="212529"/>
                </a:solidFill>
                <a:effectLst/>
                <a:latin typeface="montserratregular"/>
              </a:rPr>
              <a:t>fficient jute </a:t>
            </a:r>
            <a:r>
              <a:rPr lang="en-IN" sz="2000" b="1" i="1" dirty="0" err="1">
                <a:solidFill>
                  <a:srgbClr val="212529"/>
                </a:solidFill>
                <a:latin typeface="montserratregular"/>
              </a:rPr>
              <a:t>R</a:t>
            </a:r>
            <a:r>
              <a:rPr lang="en-IN" sz="2000" b="1" i="1" u="none" strike="noStrike" dirty="0" err="1">
                <a:solidFill>
                  <a:srgbClr val="212529"/>
                </a:solidFill>
                <a:effectLst/>
                <a:latin typeface="montserratregular"/>
              </a:rPr>
              <a:t>ibboner</a:t>
            </a:r>
            <a:r>
              <a:rPr lang="en-IN" sz="2000" b="1" i="1" u="none" strike="noStrike" dirty="0">
                <a:solidFill>
                  <a:srgbClr val="212529"/>
                </a:solidFill>
                <a:effectLst/>
                <a:latin typeface="montserratregular"/>
              </a:rPr>
              <a:t> Machine to extract fibre for enhancing in-situ retting technology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Agriculture &amp; Rural Development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PS Category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83032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Team Name-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Kisan </a:t>
            </a:r>
            <a:r>
              <a:rPr lang="en-US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Sarthi</a:t>
            </a:r>
            <a:endParaRPr lang="en-IN" sz="2000" b="1" i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41514" y="-434978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27622" y="708022"/>
            <a:ext cx="6540137" cy="6324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itchFamily="34" charset="0"/>
                <a:cs typeface="Arial" pitchFamily="34" charset="0"/>
              </a:rPr>
              <a:t>Pre-treatment of the Jute Barks: 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The bark of the jute plant is pre-treated with 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ICAR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-recommended chemicals to ease ribboning. A detachable spraying unit applies an 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ammonium oxalate and sodium sulphate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solution to soften the 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bark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without causing any damage.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itchFamily="34" charset="0"/>
                <a:cs typeface="Arial" pitchFamily="34" charset="0"/>
              </a:rPr>
              <a:t>Made more efficient and effective Ribbon cutter: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After the 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pre-treatment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, the bark is allowed to rest briefly to ensure proper softening for ribboning. The 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cutting gears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are designed with sharp edges to precisely separate about 15% of the bark containing 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the outer </a:t>
            </a:r>
            <a:r>
              <a:rPr lang="en-U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fibre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 layers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. A dedicated chamber is provided at the bottom of the machine for efficient 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waste bark collection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. The power distribution system is optimized to ensure effective 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energy utilization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during ribbon cutting. Additionally, a separating chamber is integrated to guide the extracted ribbons directly to the 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retting tank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itchFamily="34" charset="0"/>
                <a:cs typeface="Arial" pitchFamily="34" charset="0"/>
              </a:rPr>
              <a:t>Adjustable Conveyer belts :</a:t>
            </a:r>
          </a:p>
          <a:p>
            <a:r>
              <a:rPr lang="en-US" sz="1100" dirty="0">
                <a:latin typeface="Arial" pitchFamily="34" charset="0"/>
                <a:cs typeface="Arial" pitchFamily="34" charset="0"/>
              </a:rPr>
              <a:t>All the </a:t>
            </a:r>
            <a:r>
              <a:rPr lang="en-US" sz="1100" b="1" dirty="0">
                <a:latin typeface="Arial" pitchFamily="34" charset="0"/>
                <a:cs typeface="Arial" pitchFamily="34" charset="0"/>
              </a:rPr>
              <a:t>conveyer belts </a:t>
            </a:r>
            <a:r>
              <a:rPr lang="en-US" sz="1100" dirty="0">
                <a:latin typeface="Arial" pitchFamily="34" charset="0"/>
                <a:cs typeface="Arial" pitchFamily="34" charset="0"/>
              </a:rPr>
              <a:t>that we have used including the chemical sprayer can be removed and attached again as per the need , </a:t>
            </a:r>
            <a:r>
              <a:rPr lang="en-US" sz="1100" b="1" dirty="0">
                <a:latin typeface="Arial" pitchFamily="34" charset="0"/>
                <a:cs typeface="Arial" pitchFamily="34" charset="0"/>
              </a:rPr>
              <a:t>minimizing</a:t>
            </a:r>
            <a:r>
              <a:rPr lang="en-US" sz="1100" dirty="0">
                <a:latin typeface="Arial" pitchFamily="34" charset="0"/>
                <a:cs typeface="Arial" pitchFamily="34" charset="0"/>
              </a:rPr>
              <a:t> the space and making transportation easy</a:t>
            </a:r>
            <a:r>
              <a:rPr lang="en-US" sz="1000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itchFamily="34" charset="0"/>
                <a:cs typeface="Arial" pitchFamily="34" charset="0"/>
              </a:rPr>
              <a:t>Hybrid power systems: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The system is equipped with an 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MCU(</a:t>
            </a:r>
            <a:r>
              <a:rPr lang="en-IN" sz="1100" b="1" dirty="0">
                <a:latin typeface="Arial" panose="020B0604020202020204" pitchFamily="34" charset="0"/>
                <a:cs typeface="Arial" panose="020B0604020202020204" pitchFamily="34" charset="0"/>
              </a:rPr>
              <a:t>Micro-Controller based unit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capable of handling multiple operations. It includes signal detection chambers linked to power units, allowing the MCU to identify whether an electric or diesel source is connected. This ensures 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optimized workflow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and provides warnings in case of incorrect or 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multiple power connections</a:t>
            </a:r>
            <a:r>
              <a:rPr lang="en-US" sz="1100" dirty="0">
                <a:latin typeface="Arial" pitchFamily="34" charset="0"/>
                <a:cs typeface="Arial" pitchFamily="34" charset="0"/>
              </a:rPr>
              <a:t>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itchFamily="34" charset="0"/>
                <a:cs typeface="Arial" pitchFamily="34" charset="0"/>
              </a:rPr>
              <a:t>Attachable Retting tank with suitable measures:</a:t>
            </a:r>
          </a:p>
          <a:p>
            <a:r>
              <a:rPr lang="en-US" sz="1100" dirty="0">
                <a:latin typeface="Arial" pitchFamily="34" charset="0"/>
                <a:cs typeface="Arial" pitchFamily="34" charset="0"/>
              </a:rPr>
              <a:t>We made a small retting tank at the end of the machine so which is also removable, and new tanks of similar sizes can be placed which helps in </a:t>
            </a:r>
            <a:r>
              <a:rPr lang="en-US" sz="1100" b="1" dirty="0">
                <a:latin typeface="Arial" pitchFamily="34" charset="0"/>
                <a:cs typeface="Arial" pitchFamily="34" charset="0"/>
              </a:rPr>
              <a:t>proper utilization of water </a:t>
            </a:r>
            <a:r>
              <a:rPr lang="en-US" sz="1100" dirty="0">
                <a:latin typeface="Arial" pitchFamily="34" charset="0"/>
                <a:cs typeface="Arial" pitchFamily="34" charset="0"/>
              </a:rPr>
              <a:t>. These tanks are treated by the chemicals suggested by </a:t>
            </a:r>
            <a:r>
              <a:rPr lang="en-US" sz="1100" b="1" dirty="0">
                <a:latin typeface="Arial" pitchFamily="34" charset="0"/>
                <a:cs typeface="Arial" pitchFamily="34" charset="0"/>
              </a:rPr>
              <a:t>ICAR</a:t>
            </a:r>
            <a:r>
              <a:rPr lang="en-US" sz="1100" dirty="0">
                <a:latin typeface="Arial" pitchFamily="34" charset="0"/>
                <a:cs typeface="Arial" pitchFamily="34" charset="0"/>
              </a:rPr>
              <a:t> and other research teams like </a:t>
            </a:r>
            <a:r>
              <a:rPr lang="en-I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r>
              <a:rPr lang="en-IN" sz="1100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Ammonium oxalate and Sodium sulphate</a:t>
            </a:r>
            <a:r>
              <a:rPr lang="en-IN" sz="11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making retting easy.</a:t>
            </a:r>
            <a:endParaRPr lang="en-US" sz="1100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itchFamily="34" charset="0"/>
                <a:cs typeface="Arial" pitchFamily="34" charset="0"/>
              </a:rPr>
              <a:t>Easy Transportation: </a:t>
            </a:r>
          </a:p>
          <a:p>
            <a:r>
              <a:rPr lang="en-US" sz="1100" dirty="0">
                <a:latin typeface="Arial" pitchFamily="34" charset="0"/>
                <a:cs typeface="Arial" pitchFamily="34" charset="0"/>
              </a:rPr>
              <a:t>This whole machine is fit on </a:t>
            </a:r>
            <a:r>
              <a:rPr lang="en-US" sz="1100" b="1" dirty="0">
                <a:latin typeface="Arial" pitchFamily="34" charset="0"/>
                <a:cs typeface="Arial" pitchFamily="34" charset="0"/>
              </a:rPr>
              <a:t>wheels</a:t>
            </a:r>
            <a:r>
              <a:rPr lang="en-US" sz="1100" dirty="0">
                <a:latin typeface="Arial" pitchFamily="34" charset="0"/>
                <a:cs typeface="Arial" pitchFamily="34" charset="0"/>
              </a:rPr>
              <a:t> which can be easily transported by the </a:t>
            </a:r>
            <a:r>
              <a:rPr lang="en-US" sz="1100" b="1" dirty="0">
                <a:latin typeface="Arial" pitchFamily="34" charset="0"/>
                <a:cs typeface="Arial" pitchFamily="34" charset="0"/>
              </a:rPr>
              <a:t>hook</a:t>
            </a:r>
            <a:r>
              <a:rPr lang="en-US" sz="1100" dirty="0">
                <a:latin typeface="Arial" pitchFamily="34" charset="0"/>
                <a:cs typeface="Arial" pitchFamily="34" charset="0"/>
              </a:rPr>
              <a:t> that can be attached to </a:t>
            </a:r>
            <a:r>
              <a:rPr lang="en-US" sz="1100" b="1" dirty="0">
                <a:latin typeface="Arial" pitchFamily="34" charset="0"/>
                <a:cs typeface="Arial" pitchFamily="34" charset="0"/>
              </a:rPr>
              <a:t>a tractor </a:t>
            </a:r>
            <a:r>
              <a:rPr lang="en-US" sz="1100" dirty="0">
                <a:latin typeface="Arial" pitchFamily="34" charset="0"/>
                <a:cs typeface="Arial" pitchFamily="34" charset="0"/>
              </a:rPr>
              <a:t>and can be easily navigated to different places.</a:t>
            </a:r>
          </a:p>
          <a:p>
            <a:endParaRPr lang="en-US" sz="1100" dirty="0">
              <a:latin typeface="Arial" pitchFamily="34" charset="0"/>
              <a:cs typeface="Arial" pitchFamily="34" charset="0"/>
            </a:endParaRPr>
          </a:p>
          <a:p>
            <a:endParaRPr lang="en-US" sz="1600" dirty="0">
              <a:latin typeface="Arial" pitchFamily="34" charset="0"/>
              <a:cs typeface="Arial" pitchFamily="34" charset="0"/>
            </a:endParaRPr>
          </a:p>
          <a:p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2657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Kisan </a:t>
            </a:r>
            <a:r>
              <a:rPr lang="en-US" dirty="0" err="1"/>
              <a:t>Sarthi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43628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26CF44-6560-9B46-BCF6-8C42ED399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515" y="1280160"/>
            <a:ext cx="5537971" cy="38666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C11E6D-F72F-2546-8CBE-3014315CC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2515" y="5151654"/>
            <a:ext cx="5679485" cy="8523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62" y="6423208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60105" y="214864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Kisan </a:t>
            </a:r>
            <a:r>
              <a:rPr lang="en-US" dirty="0" err="1"/>
              <a:t>Sarthi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7EA26D3-1B9A-0A41-B304-6645D01FDF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35946"/>
              </p:ext>
            </p:extLst>
          </p:nvPr>
        </p:nvGraphicFramePr>
        <p:xfrm>
          <a:off x="5190308" y="1022198"/>
          <a:ext cx="6601098" cy="43074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2C2D59B-4B26-DA42-8D31-A30F601D4B31}"/>
              </a:ext>
            </a:extLst>
          </p:cNvPr>
          <p:cNvCxnSpPr>
            <a:cxnSpLocks/>
          </p:cNvCxnSpPr>
          <p:nvPr/>
        </p:nvCxnSpPr>
        <p:spPr>
          <a:xfrm flipV="1">
            <a:off x="5695406" y="3489960"/>
            <a:ext cx="0" cy="289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EA35F09-3743-954E-96A6-6CF055120041}"/>
              </a:ext>
            </a:extLst>
          </p:cNvPr>
          <p:cNvGrpSpPr/>
          <p:nvPr/>
        </p:nvGrpSpPr>
        <p:grpSpPr>
          <a:xfrm>
            <a:off x="6545672" y="3823327"/>
            <a:ext cx="2023563" cy="577317"/>
            <a:chOff x="0" y="1146432"/>
            <a:chExt cx="3019516" cy="1324572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974BD672-898C-6949-9C87-5F19DCD9D77C}"/>
                </a:ext>
              </a:extLst>
            </p:cNvPr>
            <p:cNvSpPr/>
            <p:nvPr/>
          </p:nvSpPr>
          <p:spPr>
            <a:xfrm>
              <a:off x="0" y="1146432"/>
              <a:ext cx="3019516" cy="132457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Rounded Rectangle 4">
              <a:extLst>
                <a:ext uri="{FF2B5EF4-FFF2-40B4-BE49-F238E27FC236}">
                  <a16:creationId xmlns:a16="http://schemas.microsoft.com/office/drawing/2014/main" id="{152570BC-C536-D540-BCAF-81FFCF872F4B}"/>
                </a:ext>
              </a:extLst>
            </p:cNvPr>
            <p:cNvSpPr txBox="1"/>
            <p:nvPr/>
          </p:nvSpPr>
          <p:spPr>
            <a:xfrm>
              <a:off x="38795" y="1185227"/>
              <a:ext cx="2980721" cy="128577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dirty="0">
                  <a:latin typeface="Arial" panose="020B0604020202020204" pitchFamily="34" charset="0"/>
                  <a:cs typeface="Arial" panose="020B0604020202020204" pitchFamily="34" charset="0"/>
                </a:rPr>
                <a:t>LCD Screen for display of working of engine and the supplied power </a:t>
              </a:r>
              <a:endParaRPr lang="en-GB" sz="1200" kern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8DE2219-0C51-984B-98F6-932A4E88FEE6}"/>
              </a:ext>
            </a:extLst>
          </p:cNvPr>
          <p:cNvCxnSpPr/>
          <p:nvPr/>
        </p:nvCxnSpPr>
        <p:spPr>
          <a:xfrm>
            <a:off x="7210697" y="3489960"/>
            <a:ext cx="0" cy="3333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D459C84-F5E6-0A4A-BF9E-40F25CCB8A63}"/>
              </a:ext>
            </a:extLst>
          </p:cNvPr>
          <p:cNvCxnSpPr>
            <a:cxnSpLocks/>
          </p:cNvCxnSpPr>
          <p:nvPr/>
        </p:nvCxnSpPr>
        <p:spPr>
          <a:xfrm flipH="1">
            <a:off x="8228149" y="1613336"/>
            <a:ext cx="525416" cy="12017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8261668-8943-8F42-82F9-551508CDE6E2}"/>
              </a:ext>
            </a:extLst>
          </p:cNvPr>
          <p:cNvCxnSpPr>
            <a:cxnSpLocks/>
          </p:cNvCxnSpPr>
          <p:nvPr/>
        </p:nvCxnSpPr>
        <p:spPr>
          <a:xfrm>
            <a:off x="8228149" y="2832028"/>
            <a:ext cx="509451" cy="5925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D5D62E9-0D81-1E4C-B70D-F9C8DEBADDCD}"/>
              </a:ext>
            </a:extLst>
          </p:cNvPr>
          <p:cNvCxnSpPr>
            <a:cxnSpLocks/>
          </p:cNvCxnSpPr>
          <p:nvPr/>
        </p:nvCxnSpPr>
        <p:spPr>
          <a:xfrm>
            <a:off x="8228149" y="2894326"/>
            <a:ext cx="497839" cy="12261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15A33C2-9B74-3645-8B43-4D2AFD054AE9}"/>
              </a:ext>
            </a:extLst>
          </p:cNvPr>
          <p:cNvCxnSpPr>
            <a:cxnSpLocks/>
          </p:cNvCxnSpPr>
          <p:nvPr/>
        </p:nvCxnSpPr>
        <p:spPr>
          <a:xfrm>
            <a:off x="10000179" y="3424622"/>
            <a:ext cx="511067" cy="354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6C033B6-1549-A245-ABCD-210285DF66DC}"/>
              </a:ext>
            </a:extLst>
          </p:cNvPr>
          <p:cNvCxnSpPr>
            <a:cxnSpLocks/>
          </p:cNvCxnSpPr>
          <p:nvPr/>
        </p:nvCxnSpPr>
        <p:spPr>
          <a:xfrm flipV="1">
            <a:off x="9982200" y="3035698"/>
            <a:ext cx="529046" cy="361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CF5067B-1B15-F04C-A4AC-537DA244C1B4}"/>
              </a:ext>
            </a:extLst>
          </p:cNvPr>
          <p:cNvCxnSpPr>
            <a:cxnSpLocks/>
          </p:cNvCxnSpPr>
          <p:nvPr/>
        </p:nvCxnSpPr>
        <p:spPr>
          <a:xfrm>
            <a:off x="6545672" y="1804188"/>
            <a:ext cx="0" cy="4100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D76805F9-CAE3-944F-8FD8-24606145D8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9420" y="4352278"/>
            <a:ext cx="876300" cy="8001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9667E5E9-AD86-294C-9FF3-5F0CEC8A4C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53765" y="4302303"/>
            <a:ext cx="826370" cy="806458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F4C3973B-3ECC-974F-9974-7124FE25279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89975" y="4284344"/>
            <a:ext cx="876300" cy="8001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FC996088-3525-0344-9540-7668E817228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45364" y="1101747"/>
            <a:ext cx="525416" cy="51158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4C4CEE53-F6DB-474F-B998-AD223556607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67217" y="2019786"/>
            <a:ext cx="668824" cy="65122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0BC9E4E-43FD-6144-B8AD-9D7A07D3B85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14361" y="2770657"/>
            <a:ext cx="551165" cy="503238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FB074CF6-1938-5841-BF81-E314251342E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91035" y="3987459"/>
            <a:ext cx="826370" cy="413185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51195C19-35FD-FF4F-9D8A-D33E3325835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87001" y="2239433"/>
            <a:ext cx="948152" cy="592595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149F2D73-73AA-904E-A64C-C5A2076EB3DC}"/>
              </a:ext>
            </a:extLst>
          </p:cNvPr>
          <p:cNvSpPr txBox="1"/>
          <p:nvPr/>
        </p:nvSpPr>
        <p:spPr>
          <a:xfrm>
            <a:off x="477320" y="1077745"/>
            <a:ext cx="4642366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1. Core Hardware Components</a:t>
            </a:r>
          </a:p>
          <a:p>
            <a:r>
              <a:rPr lang="en-IN" sz="8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•Microcontroller Unit (MCU) — Raspberry Pi</a:t>
            </a:r>
          </a:p>
          <a:p>
            <a:r>
              <a:rPr lang="en-IN" sz="8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•Motor Driver Modules — L298N, BTS7960, or DRV8833 (depending on motor size).</a:t>
            </a:r>
          </a:p>
          <a:p>
            <a:r>
              <a:rPr lang="en-IN" sz="8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•Sensors (for feedback and monitoring):</a:t>
            </a:r>
          </a:p>
          <a:p>
            <a:r>
              <a:rPr lang="en-IN" sz="8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 Load sensors / strain gauges (to detect overloading)</a:t>
            </a:r>
          </a:p>
          <a:p>
            <a:r>
              <a:rPr lang="en-IN" sz="8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 Vibration or damping sensors</a:t>
            </a:r>
          </a:p>
          <a:p>
            <a:r>
              <a:rPr lang="en-IN" sz="8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 Temperature sensors (To check temperature and for arrangement of heatsinks )</a:t>
            </a:r>
          </a:p>
          <a:p>
            <a:r>
              <a:rPr lang="en-IN" sz="8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 RPM sensors / Hall effect sensors (for motor inspection)</a:t>
            </a:r>
          </a:p>
          <a:p>
            <a:r>
              <a:rPr lang="en-IN" sz="8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•Input Buttons / Keypad — for manual operation and control.</a:t>
            </a:r>
          </a:p>
          <a:p>
            <a:r>
              <a:rPr lang="en-IN" sz="8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•LCD Display / TFT Display — 16x2 LCD, 20x4 LCD, or 2.4” TFT touch display.</a:t>
            </a:r>
          </a:p>
          <a:p>
            <a:r>
              <a:rPr lang="en-IN" sz="8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•Conveyor Belt Motor System — with motor and belt assembly.</a:t>
            </a:r>
          </a:p>
          <a:p>
            <a:r>
              <a:rPr lang="en-IN" sz="8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•Chemical Sprayer Unit — solenoid-controlled or pump-driven system.</a:t>
            </a:r>
          </a:p>
          <a:p>
            <a:endParaRPr lang="en-IN" sz="80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r>
              <a:rPr lang="en-IN" sz="1000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2. Embedded System Technologies</a:t>
            </a:r>
          </a:p>
          <a:p>
            <a:r>
              <a:rPr lang="en-IN" sz="8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• C / C++ / </a:t>
            </a:r>
            <a:r>
              <a:rPr lang="en-IN" sz="800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MicroPython</a:t>
            </a:r>
            <a:r>
              <a:rPr lang="en-IN" sz="8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Programming</a:t>
            </a:r>
          </a:p>
          <a:p>
            <a:r>
              <a:rPr lang="en-IN" sz="8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• Real-Time Operating System (RTOS) </a:t>
            </a:r>
          </a:p>
          <a:p>
            <a:r>
              <a:rPr lang="en-IN" sz="8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• Sensor Calibration Algorithms — for precise overload/damping detection.</a:t>
            </a:r>
          </a:p>
          <a:p>
            <a:r>
              <a:rPr lang="en-IN" sz="8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• Signal Conditioning Circuits — operational amplifiers, filters for sensor signals.</a:t>
            </a:r>
          </a:p>
          <a:p>
            <a:r>
              <a:rPr lang="en-IN" sz="8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• PWM (Pulse Width Modulation) — for motor control and power regulation.</a:t>
            </a:r>
          </a:p>
          <a:p>
            <a:endParaRPr lang="en-IN" sz="80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r>
              <a:rPr lang="en-IN" sz="8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</a:t>
            </a:r>
            <a:r>
              <a:rPr lang="en-IN" sz="1000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3. Power &amp; Control Systems</a:t>
            </a:r>
          </a:p>
          <a:p>
            <a:r>
              <a:rPr lang="en-IN" sz="8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• Power Signal Detection Circuits — to differentiate diesel and electric sources.</a:t>
            </a:r>
          </a:p>
          <a:p>
            <a:r>
              <a:rPr lang="en-IN" sz="8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• Voltage Regulators (LM7805, LM317) — for stable MCU power.</a:t>
            </a:r>
          </a:p>
          <a:p>
            <a:r>
              <a:rPr lang="en-IN" sz="8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• Battery Management System (BMS) — if battery operation is needed.</a:t>
            </a:r>
          </a:p>
          <a:p>
            <a:r>
              <a:rPr lang="en-IN" sz="8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• Isolation Techniques — optocouplers or isolation amplifiers for signal safety.</a:t>
            </a:r>
          </a:p>
          <a:p>
            <a:endParaRPr lang="en-IN" sz="80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r>
              <a:rPr lang="en-IN" sz="8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</a:t>
            </a:r>
            <a:r>
              <a:rPr lang="en-IN" sz="1000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4. Communication and Connectivity</a:t>
            </a:r>
          </a:p>
          <a:p>
            <a:r>
              <a:rPr lang="en-IN" sz="8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• Serial Communication (UART / SPI / I²C) — between MCU and peripherals.</a:t>
            </a:r>
          </a:p>
          <a:p>
            <a:endParaRPr lang="en-IN" sz="80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r>
              <a:rPr lang="en-IN" sz="1000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5. Software and Simulation Tools</a:t>
            </a:r>
          </a:p>
          <a:p>
            <a:r>
              <a:rPr lang="en-IN" sz="7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          •MPLAB X IDE — for coding and flashing MCU.</a:t>
            </a:r>
          </a:p>
          <a:p>
            <a:r>
              <a:rPr lang="en-IN" sz="7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          •MATLAB Simulink — for circuit simulation and validation.</a:t>
            </a:r>
          </a:p>
          <a:p>
            <a:r>
              <a:rPr lang="en-IN" sz="7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          •EAGLE / </a:t>
            </a:r>
            <a:r>
              <a:rPr lang="en-IN" sz="700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KiCad</a:t>
            </a:r>
            <a:r>
              <a:rPr lang="en-IN" sz="7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/ Altium Designer — for PCB design (if making a custom board).</a:t>
            </a:r>
          </a:p>
          <a:p>
            <a:endParaRPr lang="en-IN" sz="70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r>
              <a:rPr lang="en-IN" sz="1000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6. Mechanical &amp; Auxiliary Systems</a:t>
            </a:r>
          </a:p>
          <a:p>
            <a:r>
              <a:rPr lang="en-IN" sz="7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• Conveyor System Assembly — rollers, motor mount, frame.</a:t>
            </a:r>
          </a:p>
          <a:p>
            <a:r>
              <a:rPr lang="en-IN" sz="7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• Engine Coupling Mechanism — to connect MCU control to engine systems.</a:t>
            </a:r>
          </a:p>
          <a:p>
            <a:r>
              <a:rPr lang="en-IN" sz="7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• Sprayer Mechanism — with pump, nozzles, and pressure regulation.</a:t>
            </a:r>
          </a:p>
          <a:p>
            <a:endParaRPr lang="en-IN" sz="70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r>
              <a:rPr lang="en-IN" sz="1000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7. Safety and Protection</a:t>
            </a:r>
          </a:p>
          <a:p>
            <a:r>
              <a:rPr lang="en-IN" sz="7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• Fuses and Circuit Breakers</a:t>
            </a:r>
          </a:p>
          <a:p>
            <a:r>
              <a:rPr lang="en-IN" sz="7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• Overcurrent and Overload Protection Circuits</a:t>
            </a:r>
          </a:p>
          <a:p>
            <a:r>
              <a:rPr lang="en-IN" sz="7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• Emergency Stop Switch</a:t>
            </a:r>
          </a:p>
          <a:p>
            <a:br>
              <a:rPr lang="en-IN" sz="8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</a:br>
            <a:endParaRPr lang="en-IN" sz="80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br>
              <a:rPr lang="en-IN" sz="8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</a:br>
            <a:endParaRPr lang="en-IN" sz="80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5134AF67-0931-A64F-A276-63B3F7E4EEC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54571" y="5626186"/>
            <a:ext cx="597987" cy="76711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7FE9A8C-7D64-E945-B6D7-4FE915DA6A1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81166" y="5657961"/>
            <a:ext cx="670063" cy="670063"/>
          </a:xfrm>
          <a:prstGeom prst="rect">
            <a:avLst/>
          </a:prstGeom>
        </p:spPr>
      </p:pic>
      <p:pic>
        <p:nvPicPr>
          <p:cNvPr id="17411" name="Picture 17410">
            <a:extLst>
              <a:ext uri="{FF2B5EF4-FFF2-40B4-BE49-F238E27FC236}">
                <a16:creationId xmlns:a16="http://schemas.microsoft.com/office/drawing/2014/main" id="{60730547-98D4-C045-9550-33A9502DD38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171611" y="5607185"/>
            <a:ext cx="739197" cy="739197"/>
          </a:xfrm>
          <a:prstGeom prst="rect">
            <a:avLst/>
          </a:prstGeom>
        </p:spPr>
      </p:pic>
      <p:pic>
        <p:nvPicPr>
          <p:cNvPr id="17413" name="Picture 17412">
            <a:extLst>
              <a:ext uri="{FF2B5EF4-FFF2-40B4-BE49-F238E27FC236}">
                <a16:creationId xmlns:a16="http://schemas.microsoft.com/office/drawing/2014/main" id="{E9E67EF1-E4E1-2145-9035-E415F34EEFF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131190" y="5564372"/>
            <a:ext cx="826370" cy="742332"/>
          </a:xfrm>
          <a:prstGeom prst="rect">
            <a:avLst/>
          </a:prstGeom>
        </p:spPr>
      </p:pic>
      <p:pic>
        <p:nvPicPr>
          <p:cNvPr id="17415" name="Picture 17414">
            <a:extLst>
              <a:ext uri="{FF2B5EF4-FFF2-40B4-BE49-F238E27FC236}">
                <a16:creationId xmlns:a16="http://schemas.microsoft.com/office/drawing/2014/main" id="{251C60D6-430C-AB48-801C-3155EB61003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21460" y="5794127"/>
            <a:ext cx="1504503" cy="606930"/>
          </a:xfrm>
          <a:prstGeom prst="rect">
            <a:avLst/>
          </a:prstGeom>
        </p:spPr>
      </p:pic>
      <p:cxnSp>
        <p:nvCxnSpPr>
          <p:cNvPr id="17417" name="Straight Connector 17416">
            <a:extLst>
              <a:ext uri="{FF2B5EF4-FFF2-40B4-BE49-F238E27FC236}">
                <a16:creationId xmlns:a16="http://schemas.microsoft.com/office/drawing/2014/main" id="{5F4DC260-9F01-6146-9561-B9CD78CFE50D}"/>
              </a:ext>
            </a:extLst>
          </p:cNvPr>
          <p:cNvCxnSpPr/>
          <p:nvPr/>
        </p:nvCxnSpPr>
        <p:spPr>
          <a:xfrm>
            <a:off x="4868091" y="923109"/>
            <a:ext cx="0" cy="54779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9" name="Straight Connector 17418">
            <a:extLst>
              <a:ext uri="{FF2B5EF4-FFF2-40B4-BE49-F238E27FC236}">
                <a16:creationId xmlns:a16="http://schemas.microsoft.com/office/drawing/2014/main" id="{97126D74-A4E5-8C4C-A88B-F20F27A43F6F}"/>
              </a:ext>
            </a:extLst>
          </p:cNvPr>
          <p:cNvCxnSpPr>
            <a:cxnSpLocks/>
          </p:cNvCxnSpPr>
          <p:nvPr/>
        </p:nvCxnSpPr>
        <p:spPr>
          <a:xfrm flipV="1">
            <a:off x="4868091" y="5377703"/>
            <a:ext cx="7309851" cy="3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TextBox 17420">
            <a:extLst>
              <a:ext uri="{FF2B5EF4-FFF2-40B4-BE49-F238E27FC236}">
                <a16:creationId xmlns:a16="http://schemas.microsoft.com/office/drawing/2014/main" id="{4DE5D176-8E18-0748-864C-70597B448611}"/>
              </a:ext>
            </a:extLst>
          </p:cNvPr>
          <p:cNvSpPr txBox="1"/>
          <p:nvPr/>
        </p:nvSpPr>
        <p:spPr>
          <a:xfrm>
            <a:off x="4868091" y="5718832"/>
            <a:ext cx="16684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Technologies used:</a:t>
            </a:r>
          </a:p>
        </p:txBody>
      </p:sp>
      <p:sp>
        <p:nvSpPr>
          <p:cNvPr id="17422" name="TextBox 17421">
            <a:extLst>
              <a:ext uri="{FF2B5EF4-FFF2-40B4-BE49-F238E27FC236}">
                <a16:creationId xmlns:a16="http://schemas.microsoft.com/office/drawing/2014/main" id="{072901AF-26AB-DE48-AC8D-19848ACE5604}"/>
              </a:ext>
            </a:extLst>
          </p:cNvPr>
          <p:cNvSpPr txBox="1"/>
          <p:nvPr/>
        </p:nvSpPr>
        <p:spPr>
          <a:xfrm>
            <a:off x="1525128" y="774101"/>
            <a:ext cx="36990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Technologies Required:</a:t>
            </a:r>
          </a:p>
        </p:txBody>
      </p:sp>
      <p:sp>
        <p:nvSpPr>
          <p:cNvPr id="17423" name="TextBox 17422">
            <a:extLst>
              <a:ext uri="{FF2B5EF4-FFF2-40B4-BE49-F238E27FC236}">
                <a16:creationId xmlns:a16="http://schemas.microsoft.com/office/drawing/2014/main" id="{913A73A8-4680-6A41-862D-B6EB9ACF3CA8}"/>
              </a:ext>
            </a:extLst>
          </p:cNvPr>
          <p:cNvSpPr txBox="1"/>
          <p:nvPr/>
        </p:nvSpPr>
        <p:spPr>
          <a:xfrm>
            <a:off x="6887751" y="772260"/>
            <a:ext cx="1639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/>
              <a:t>Flow of work: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5834" y="1619307"/>
            <a:ext cx="5332874" cy="4308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</a:t>
            </a:r>
            <a:r>
              <a:rPr lang="en-IN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IN" dirty="0">
              <a:solidFill>
                <a:srgbClr val="FFFFFF"/>
              </a:solidFill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Feasibility:</a:t>
            </a:r>
            <a:r>
              <a:rPr lang="en-I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Proven tech—Raspberry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 is efficient enough to handle the tasks along with good signal processing units.</a:t>
            </a:r>
          </a:p>
          <a:p>
            <a:r>
              <a:rPr lang="en-I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Risks:</a:t>
            </a:r>
            <a:r>
              <a:rPr lang="en-I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Errors caused in the signals from sensors and signal processing units and delays in DSP units.</a:t>
            </a:r>
          </a:p>
          <a:p>
            <a:r>
              <a:rPr lang="en-I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Solutions: </a:t>
            </a:r>
            <a:r>
              <a:rPr lang="en-I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Designing efficient filters.</a:t>
            </a:r>
          </a:p>
          <a:p>
            <a:endParaRPr lang="en-IN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Financial</a:t>
            </a:r>
            <a:r>
              <a:rPr lang="en-IN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endParaRPr lang="en-IN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Feasibility:</a:t>
            </a:r>
            <a:r>
              <a:rPr lang="en-I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Viable—ROI through yield gains + policy support.</a:t>
            </a:r>
          </a:p>
          <a:p>
            <a:r>
              <a:rPr lang="en-I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Risks:</a:t>
            </a:r>
            <a:r>
              <a:rPr lang="en-I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bit high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</a:t>
            </a:r>
            <a:r>
              <a:rPr lang="en-I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costs</a:t>
            </a:r>
          </a:p>
          <a:p>
            <a:r>
              <a:rPr lang="en-I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  <a:r>
              <a:rPr lang="en-I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Regular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</a:t>
            </a:r>
            <a:r>
              <a:rPr lang="en-I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checks and inspection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Kisan </a:t>
            </a:r>
            <a:r>
              <a:rPr lang="en-IN" dirty="0" err="1"/>
              <a:t>Sarthi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D39CE8-894D-424D-AD29-FA3F7E7D0083}"/>
              </a:ext>
            </a:extLst>
          </p:cNvPr>
          <p:cNvSpPr txBox="1"/>
          <p:nvPr/>
        </p:nvSpPr>
        <p:spPr>
          <a:xfrm>
            <a:off x="5650195" y="1605875"/>
            <a:ext cx="6630295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Operational</a:t>
            </a:r>
            <a: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endParaRPr lang="en-I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Feasibility: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Practical with phased deployment + personalized</a:t>
            </a:r>
          </a:p>
          <a:p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engagement.</a:t>
            </a:r>
          </a:p>
          <a:p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Risks:</a:t>
            </a: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 to new for farmers to adapt.</a:t>
            </a:r>
            <a:endParaRPr lang="en-I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Solutions:  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Giving elementary training regarding the operation of machine to the farmers.</a:t>
            </a:r>
          </a:p>
          <a:p>
            <a:endParaRPr lang="en-I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Legal / Regulatory </a:t>
            </a:r>
            <a: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I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Legally sound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—aligns with govt. digital agriculture goals.</a:t>
            </a:r>
            <a:endParaRPr lang="en-I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Mission on Natural Fibre Technologies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related agricultural policies.</a:t>
            </a:r>
            <a:endParaRPr lang="en-I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2F3487-52D7-DE41-96B5-7883ED413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46" y="3992391"/>
            <a:ext cx="836567" cy="685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8D8B84-0F7F-5D4E-B415-B6B2EC64B7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" b="4540"/>
          <a:stretch>
            <a:fillRect/>
          </a:stretch>
        </p:blipFill>
        <p:spPr>
          <a:xfrm>
            <a:off x="5593644" y="1370190"/>
            <a:ext cx="1047613" cy="8200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512C25-8282-3849-9330-A13663FAE8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8708" y="3971855"/>
            <a:ext cx="892549" cy="7318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F666A34-065D-484B-A2DD-A14CB1062F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784" y="1370190"/>
            <a:ext cx="952500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DEECA-E42D-7EE9-86E9-065956630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303129E-9165-31B7-8F3F-3FCF35E70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B6BF42EA-727F-710C-B551-8E4B99FE4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3059695D-1743-9011-08E1-D1F87C964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578" y="2144926"/>
            <a:ext cx="239477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Yield &amp; Farmer Income</a:t>
            </a:r>
            <a:endParaRPr lang="en-US" sz="16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F64C1-6F19-CA23-4D66-ADB983A5B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5AAC2B1-E2CE-1F99-67C2-76235DA90F5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Kisan </a:t>
            </a:r>
            <a:r>
              <a:rPr lang="en-US" err="1"/>
              <a:t>Sarthi</a:t>
            </a:r>
            <a:endParaRPr lang="en-IN"/>
          </a:p>
        </p:txBody>
      </p:sp>
      <p:pic>
        <p:nvPicPr>
          <p:cNvPr id="9" name="Picture 2" descr="https://www.sih.gov.in/img1/SIH-Logo.png">
            <a:extLst>
              <a:ext uri="{FF2B5EF4-FFF2-40B4-BE49-F238E27FC236}">
                <a16:creationId xmlns:a16="http://schemas.microsoft.com/office/drawing/2014/main" id="{2FA51ED6-72FB-00AB-BBF6-BAD4B2C6A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A431E6-B761-8A17-58C5-885259A42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412" y="1119549"/>
            <a:ext cx="1069724" cy="10253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660BAD-AE74-75F0-CC37-500F57B19BD0}"/>
              </a:ext>
            </a:extLst>
          </p:cNvPr>
          <p:cNvSpPr txBox="1"/>
          <p:nvPr/>
        </p:nvSpPr>
        <p:spPr>
          <a:xfrm>
            <a:off x="180795" y="2625775"/>
            <a:ext cx="2870627" cy="1052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ts val="1944"/>
              </a:lnSpc>
            </a:pPr>
            <a:r>
              <a:rPr lang="en-US" sz="1400" dirty="0"/>
              <a:t>Enhanced ribbon extraction efficiency (up to 90%) and reduced </a:t>
            </a:r>
            <a:r>
              <a:rPr lang="en-US" sz="1400" dirty="0" err="1"/>
              <a:t>fibre</a:t>
            </a:r>
            <a:r>
              <a:rPr lang="en-US" sz="1400" dirty="0"/>
              <a:t> breakage directly increase total </a:t>
            </a:r>
            <a:r>
              <a:rPr lang="en-US" sz="1400" dirty="0" err="1"/>
              <a:t>fibre</a:t>
            </a:r>
            <a:r>
              <a:rPr lang="en-US" sz="1400" dirty="0"/>
              <a:t> yield and farmer profitability.</a:t>
            </a:r>
            <a:endParaRPr lang="en-US" sz="1400" spc="-86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C12FCF-09B7-735F-F84A-B525E021A7F1}"/>
              </a:ext>
            </a:extLst>
          </p:cNvPr>
          <p:cNvSpPr txBox="1"/>
          <p:nvPr/>
        </p:nvSpPr>
        <p:spPr>
          <a:xfrm>
            <a:off x="3265572" y="2157937"/>
            <a:ext cx="23947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Conservation &amp; Faster Retting</a:t>
            </a:r>
            <a:endParaRPr lang="en-US" sz="16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686180-0DDD-2DD7-FFFF-EB97293847A0}"/>
              </a:ext>
            </a:extLst>
          </p:cNvPr>
          <p:cNvSpPr txBox="1"/>
          <p:nvPr/>
        </p:nvSpPr>
        <p:spPr>
          <a:xfrm>
            <a:off x="3269230" y="2703901"/>
            <a:ext cx="2659379" cy="1052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ts val="1944"/>
              </a:lnSpc>
            </a:pPr>
            <a:r>
              <a:rPr lang="en-US" sz="1400" dirty="0"/>
              <a:t>Ribbon retting saves up to 70% water and cuts retting time by 4–5 days, promoting sustainable jute farming in dry months.</a:t>
            </a:r>
            <a:endParaRPr lang="en-US" sz="1400" spc="-86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1DD5AC-4405-4389-DE6E-DC941F05FC08}"/>
              </a:ext>
            </a:extLst>
          </p:cNvPr>
          <p:cNvSpPr txBox="1"/>
          <p:nvPr/>
        </p:nvSpPr>
        <p:spPr>
          <a:xfrm>
            <a:off x="6360634" y="2143405"/>
            <a:ext cx="17356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Portability &amp; Power Flexibility</a:t>
            </a:r>
            <a:endParaRPr lang="en-US" sz="16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0BE66E-EC8E-BA62-2D38-E1DB30A7274A}"/>
              </a:ext>
            </a:extLst>
          </p:cNvPr>
          <p:cNvSpPr txBox="1"/>
          <p:nvPr/>
        </p:nvSpPr>
        <p:spPr>
          <a:xfrm>
            <a:off x="5939126" y="2606988"/>
            <a:ext cx="2758297" cy="1052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ts val="1944"/>
              </a:lnSpc>
            </a:pPr>
            <a:r>
              <a:rPr lang="en-US" sz="1400" dirty="0"/>
              <a:t>Compact, lightweight design attachable to tractors or power tillers; supports electric, diesel, or PTO operation for field mobility.</a:t>
            </a:r>
            <a:endParaRPr lang="en-US" sz="1800" spc="-86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76D01FB-6829-F6A9-0E07-3BC6C9F051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070" y="1148465"/>
            <a:ext cx="1301859" cy="1301859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AF79338-E175-9154-7F33-BCAC729CE81A}"/>
              </a:ext>
            </a:extLst>
          </p:cNvPr>
          <p:cNvSpPr txBox="1"/>
          <p:nvPr/>
        </p:nvSpPr>
        <p:spPr>
          <a:xfrm>
            <a:off x="9118931" y="2262889"/>
            <a:ext cx="31047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IN" sz="1600" b="1" dirty="0"/>
              <a:t>Improved Fibre Quality</a:t>
            </a:r>
            <a:endParaRPr lang="en-US" sz="16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0D31BE-70E5-523D-1DB3-CCE347D4C84E}"/>
              </a:ext>
            </a:extLst>
          </p:cNvPr>
          <p:cNvSpPr txBox="1"/>
          <p:nvPr/>
        </p:nvSpPr>
        <p:spPr>
          <a:xfrm>
            <a:off x="8678635" y="2623723"/>
            <a:ext cx="2982672" cy="1052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ts val="1944"/>
              </a:lnSpc>
            </a:pPr>
            <a:r>
              <a:rPr lang="en-US" sz="1400" dirty="0"/>
              <a:t>Uniform extraction with optimized roller control ensures better </a:t>
            </a:r>
            <a:r>
              <a:rPr lang="en-US" sz="1400" dirty="0" err="1"/>
              <a:t>fibre</a:t>
            </a:r>
            <a:r>
              <a:rPr lang="en-US" sz="1400" dirty="0"/>
              <a:t> strength, </a:t>
            </a:r>
            <a:r>
              <a:rPr lang="en-US" sz="1400" dirty="0" err="1"/>
              <a:t>colour</a:t>
            </a:r>
            <a:r>
              <a:rPr lang="en-US" sz="1400" dirty="0"/>
              <a:t>, and </a:t>
            </a:r>
            <a:r>
              <a:rPr lang="en-US" sz="1400" dirty="0" err="1"/>
              <a:t>lustre</a:t>
            </a:r>
            <a:r>
              <a:rPr lang="en-US" sz="1400" dirty="0"/>
              <a:t> — boosting export market value.</a:t>
            </a:r>
            <a:endParaRPr lang="en-US" sz="1400" spc="-86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8" name="Freeform 15">
            <a:extLst>
              <a:ext uri="{FF2B5EF4-FFF2-40B4-BE49-F238E27FC236}">
                <a16:creationId xmlns:a16="http://schemas.microsoft.com/office/drawing/2014/main" id="{2C56817B-3D02-997E-DBEB-12A94892FEEF}"/>
              </a:ext>
            </a:extLst>
          </p:cNvPr>
          <p:cNvSpPr/>
          <p:nvPr/>
        </p:nvSpPr>
        <p:spPr>
          <a:xfrm>
            <a:off x="1093995" y="3721608"/>
            <a:ext cx="981694" cy="954604"/>
          </a:xfrm>
          <a:custGeom>
            <a:avLst/>
            <a:gdLst/>
            <a:ahLst/>
            <a:cxnLst/>
            <a:rect l="l" t="t" r="r" b="b"/>
            <a:pathLst>
              <a:path w="1610360" h="1610360">
                <a:moveTo>
                  <a:pt x="0" y="0"/>
                </a:moveTo>
                <a:lnTo>
                  <a:pt x="1610360" y="0"/>
                </a:lnTo>
                <a:lnTo>
                  <a:pt x="1610360" y="1610360"/>
                </a:lnTo>
                <a:lnTo>
                  <a:pt x="0" y="16103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20E87B-E819-B8A3-7437-26B0973D5713}"/>
              </a:ext>
            </a:extLst>
          </p:cNvPr>
          <p:cNvSpPr txBox="1"/>
          <p:nvPr/>
        </p:nvSpPr>
        <p:spPr>
          <a:xfrm>
            <a:off x="561266" y="4628678"/>
            <a:ext cx="1823629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defRPr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&amp; Scalable Solution</a:t>
            </a:r>
            <a:endParaRPr lang="en-IN" sz="16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839B50-9382-8A57-77F5-691CC58A882D}"/>
              </a:ext>
            </a:extLst>
          </p:cNvPr>
          <p:cNvSpPr txBox="1"/>
          <p:nvPr/>
        </p:nvSpPr>
        <p:spPr>
          <a:xfrm>
            <a:off x="110007" y="5120517"/>
            <a:ext cx="2722468" cy="1052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ts val="1944"/>
              </a:lnSpc>
            </a:pPr>
            <a:r>
              <a:rPr lang="en-US" sz="1400" dirty="0"/>
              <a:t>Affordable modular design suited for small farmers. Scalable models for cooperatives and </a:t>
            </a:r>
            <a:r>
              <a:rPr lang="en-US" sz="1400" dirty="0" err="1"/>
              <a:t>agro</a:t>
            </a:r>
            <a:r>
              <a:rPr lang="en-US" sz="1400" dirty="0"/>
              <a:t>-based industries.</a:t>
            </a:r>
            <a:endParaRPr lang="en-US" sz="1400" spc="-86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7515C83-5514-3D7F-9DCB-64566ED29E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42631" y="3683960"/>
            <a:ext cx="1050125" cy="105012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DC79A31-E183-89C4-6505-D36B89C254C2}"/>
              </a:ext>
            </a:extLst>
          </p:cNvPr>
          <p:cNvSpPr txBox="1"/>
          <p:nvPr/>
        </p:nvSpPr>
        <p:spPr>
          <a:xfrm>
            <a:off x="3313395" y="4638324"/>
            <a:ext cx="26537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Eco-Friendly &amp; Sustainable Mechanization</a:t>
            </a:r>
            <a:endParaRPr lang="en-US" sz="16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108415F-220B-4484-14ED-EF49DC95D65A}"/>
              </a:ext>
            </a:extLst>
          </p:cNvPr>
          <p:cNvSpPr txBox="1"/>
          <p:nvPr/>
        </p:nvSpPr>
        <p:spPr>
          <a:xfrm>
            <a:off x="3269230" y="5152884"/>
            <a:ext cx="27451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Reduces stagnant water retting and methane emissions, promotes climate-resilient jute production aligned with green farming goals.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EC780B-2402-161B-3F49-1617C96D360F}"/>
              </a:ext>
            </a:extLst>
          </p:cNvPr>
          <p:cNvSpPr txBox="1"/>
          <p:nvPr/>
        </p:nvSpPr>
        <p:spPr>
          <a:xfrm>
            <a:off x="6601260" y="4563941"/>
            <a:ext cx="1887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Labour &amp; Manual Effort</a:t>
            </a:r>
            <a:endParaRPr lang="en-US" sz="16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4F9B7A1-23DB-783E-A390-4590960C7C5A}"/>
              </a:ext>
            </a:extLst>
          </p:cNvPr>
          <p:cNvSpPr txBox="1"/>
          <p:nvPr/>
        </p:nvSpPr>
        <p:spPr>
          <a:xfrm>
            <a:off x="6343689" y="5140650"/>
            <a:ext cx="239391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Automated/semi-automated feeding minimizes manual work, improves safety, and allows faster continuous processing of jute bundles.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A04B20D8-D89E-DE68-3EC4-5BE749AF94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9644065" y="3650608"/>
            <a:ext cx="1301859" cy="1107018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8D4A4C8-FA1B-3571-8B1E-6331F7CFB0B5}"/>
              </a:ext>
            </a:extLst>
          </p:cNvPr>
          <p:cNvSpPr txBox="1"/>
          <p:nvPr/>
        </p:nvSpPr>
        <p:spPr>
          <a:xfrm>
            <a:off x="9299194" y="4571868"/>
            <a:ext cx="1887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Empowering Rural Entrepreneurship </a:t>
            </a:r>
            <a:endParaRPr lang="en-US" sz="16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0ECAB51-BA35-6F73-F57D-3B5EE967D8EC}"/>
              </a:ext>
            </a:extLst>
          </p:cNvPr>
          <p:cNvSpPr txBox="1"/>
          <p:nvPr/>
        </p:nvSpPr>
        <p:spPr>
          <a:xfrm>
            <a:off x="8919262" y="5152884"/>
            <a:ext cx="281704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Supports creation of local ribboning units and SHGs, generating rural employment and sustainable income opportunities.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9" name="Picture 5" descr="5,700+ Water Conservation Icons Stock Illustrations, Royalty ...">
            <a:extLst>
              <a:ext uri="{FF2B5EF4-FFF2-40B4-BE49-F238E27FC236}">
                <a16:creationId xmlns:a16="http://schemas.microsoft.com/office/drawing/2014/main" id="{373CE427-AE85-AB47-0D1D-7D82CA20A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2520" y="1183010"/>
            <a:ext cx="1410236" cy="1057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Mechanical Engineer Black Glyph Icon Stock Vector - Illustration of  occupation, business: 187000217">
            <a:extLst>
              <a:ext uri="{FF2B5EF4-FFF2-40B4-BE49-F238E27FC236}">
                <a16:creationId xmlns:a16="http://schemas.microsoft.com/office/drawing/2014/main" id="{E0440133-BC8D-BB7E-7D2C-C869FFDE79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20" t="15582" r="8684" b="9407"/>
          <a:stretch>
            <a:fillRect/>
          </a:stretch>
        </p:blipFill>
        <p:spPr bwMode="auto">
          <a:xfrm>
            <a:off x="6750492" y="3610053"/>
            <a:ext cx="1106259" cy="1028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Download tractor logo icon design vector for free">
            <a:extLst>
              <a:ext uri="{FF2B5EF4-FFF2-40B4-BE49-F238E27FC236}">
                <a16:creationId xmlns:a16="http://schemas.microsoft.com/office/drawing/2014/main" id="{A290FD02-D0C4-F411-AADE-4DEBB997F1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69"/>
          <a:stretch>
            <a:fillRect/>
          </a:stretch>
        </p:blipFill>
        <p:spPr bwMode="auto">
          <a:xfrm>
            <a:off x="6343689" y="1028016"/>
            <a:ext cx="1790700" cy="11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2021851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Kisan </a:t>
            </a:r>
            <a:r>
              <a:rPr lang="en-IN" dirty="0" err="1"/>
              <a:t>Sarthi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2E03D5-29A4-60EB-CD88-FEA472E44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4724" y="1151953"/>
            <a:ext cx="5297676" cy="45172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7B4B40-6BDB-96ED-0C67-7B9B5322A39C}"/>
              </a:ext>
            </a:extLst>
          </p:cNvPr>
          <p:cNvSpPr txBox="1"/>
          <p:nvPr/>
        </p:nvSpPr>
        <p:spPr>
          <a:xfrm>
            <a:off x="6457335" y="5753802"/>
            <a:ext cx="46998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Core and Interior Structure of the Machine</a:t>
            </a:r>
            <a:endParaRPr lang="en-IN" sz="2000" b="1" u="sng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0A90F6-52E7-E954-78B7-7CDF6A9BB3EE}"/>
              </a:ext>
            </a:extLst>
          </p:cNvPr>
          <p:cNvCxnSpPr/>
          <p:nvPr/>
        </p:nvCxnSpPr>
        <p:spPr>
          <a:xfrm>
            <a:off x="5850194" y="845574"/>
            <a:ext cx="0" cy="53083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60B4137-B05C-3C9D-F2A2-2599CAC93E4F}"/>
              </a:ext>
            </a:extLst>
          </p:cNvPr>
          <p:cNvSpPr txBox="1"/>
          <p:nvPr/>
        </p:nvSpPr>
        <p:spPr>
          <a:xfrm>
            <a:off x="717755" y="1296225"/>
            <a:ext cx="3465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References &amp; Supporting Research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4FFEA4-3D9E-0154-A873-5C9BA33BC3E9}"/>
              </a:ext>
            </a:extLst>
          </p:cNvPr>
          <p:cNvSpPr txBox="1"/>
          <p:nvPr/>
        </p:nvSpPr>
        <p:spPr>
          <a:xfrm>
            <a:off x="452284" y="1665557"/>
            <a:ext cx="46979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5"/>
              </a:rPr>
              <a:t>Mechanical and Biochemical Methods for Bast </a:t>
            </a:r>
            <a:r>
              <a:rPr lang="en-US" dirty="0" err="1">
                <a:hlinkClick r:id="rId5"/>
              </a:rPr>
              <a:t>Fibre</a:t>
            </a:r>
            <a:r>
              <a:rPr lang="en-US" dirty="0">
                <a:hlinkClick r:id="rId5"/>
              </a:rPr>
              <a:t> Extraction — ICRISAT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6"/>
              </a:rPr>
              <a:t>Power-Operated Jute Ribboning Machine — </a:t>
            </a:r>
            <a:r>
              <a:rPr lang="en-US" dirty="0" err="1">
                <a:hlinkClick r:id="rId6"/>
              </a:rPr>
              <a:t>QuickCompany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7"/>
              </a:rPr>
              <a:t>ICAR Research on Mechanized Jute </a:t>
            </a:r>
            <a:r>
              <a:rPr lang="en-US" dirty="0" err="1">
                <a:hlinkClick r:id="rId7"/>
              </a:rPr>
              <a:t>Fibre</a:t>
            </a:r>
            <a:r>
              <a:rPr lang="en-US" dirty="0">
                <a:hlinkClick r:id="rId7"/>
              </a:rPr>
              <a:t> Extraction — JAEM Journal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9954</TotalTime>
  <Words>1283</Words>
  <Application>Microsoft Office PowerPoint</Application>
  <PresentationFormat>Widescreen</PresentationFormat>
  <Paragraphs>149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Helvetica Neue</vt:lpstr>
      <vt:lpstr>montserratregular</vt:lpstr>
      <vt:lpstr>Times New Roman</vt:lpstr>
      <vt:lpstr>TradeGothic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Garv Pathak</cp:lastModifiedBy>
  <cp:revision>149</cp:revision>
  <dcterms:created xsi:type="dcterms:W3CDTF">2013-12-12T18:46:50Z</dcterms:created>
  <dcterms:modified xsi:type="dcterms:W3CDTF">2025-10-25T16:23:49Z</dcterms:modified>
  <cp:category/>
</cp:coreProperties>
</file>